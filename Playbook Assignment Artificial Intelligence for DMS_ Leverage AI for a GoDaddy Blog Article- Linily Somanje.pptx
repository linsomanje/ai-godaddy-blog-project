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5"/>
    <p:sldMasterId id="214748367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10287000" cx="18288000"/>
  <p:notesSz cx="6858000" cy="9144000"/>
  <p:embeddedFontLst>
    <p:embeddedFont>
      <p:font typeface="Roboto"/>
      <p:regular r:id="rId21"/>
      <p:bold r:id="rId22"/>
      <p:italic r:id="rId23"/>
      <p:boldItalic r:id="rId24"/>
    </p:embeddedFont>
    <p:embeddedFont>
      <p:font typeface="Lato"/>
      <p:regular r:id="rId25"/>
      <p:bold r:id="rId26"/>
      <p:italic r:id="rId27"/>
      <p:boldItalic r:id="rId28"/>
    </p:embeddedFont>
    <p:embeddedFont>
      <p:font typeface="Poppins"/>
      <p:regular r:id="rId29"/>
      <p:bold r:id="rId30"/>
      <p:italic r:id="rId31"/>
      <p:boldItalic r:id="rId32"/>
    </p:embeddedFont>
    <p:embeddedFont>
      <p:font typeface="Lato Light"/>
      <p:regular r:id="rId33"/>
      <p:bold r:id="rId34"/>
      <p:italic r:id="rId35"/>
      <p:boldItalic r:id="rId36"/>
    </p:embeddedFont>
    <p:embeddedFont>
      <p:font typeface="Montserrat Light"/>
      <p:regular r:id="rId37"/>
      <p:bold r:id="rId38"/>
      <p:italic r:id="rId39"/>
      <p:boldItalic r:id="rId40"/>
    </p:embeddedFont>
    <p:embeddedFont>
      <p:font typeface="Poppins SemiBold"/>
      <p:regular r:id="rId41"/>
      <p:bold r:id="rId42"/>
      <p:italic r:id="rId43"/>
      <p:boldItalic r:id="rId44"/>
    </p:embeddedFont>
    <p:embeddedFont>
      <p:font typeface="Open Sans Light"/>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A4A3A4"/>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AC8FDF-5DF7-44D1-9066-233381C55261}">
  <a:tblStyle styleId="{86AC8FDF-5DF7-44D1-9066-233381C5526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Light-boldItalic.fntdata"/><Relationship Id="rId20" Type="http://schemas.openxmlformats.org/officeDocument/2006/relationships/slide" Target="slides/slide13.xml"/><Relationship Id="rId42" Type="http://schemas.openxmlformats.org/officeDocument/2006/relationships/font" Target="fonts/PoppinsSemiBold-bold.fntdata"/><Relationship Id="rId41" Type="http://schemas.openxmlformats.org/officeDocument/2006/relationships/font" Target="fonts/PoppinsSemiBold-regular.fntdata"/><Relationship Id="rId22" Type="http://schemas.openxmlformats.org/officeDocument/2006/relationships/font" Target="fonts/Roboto-bold.fntdata"/><Relationship Id="rId44" Type="http://schemas.openxmlformats.org/officeDocument/2006/relationships/font" Target="fonts/PoppinsSemiBold-boldItalic.fntdata"/><Relationship Id="rId21" Type="http://schemas.openxmlformats.org/officeDocument/2006/relationships/font" Target="fonts/Roboto-regular.fntdata"/><Relationship Id="rId43" Type="http://schemas.openxmlformats.org/officeDocument/2006/relationships/font" Target="fonts/PoppinsSemiBold-italic.fntdata"/><Relationship Id="rId24" Type="http://schemas.openxmlformats.org/officeDocument/2006/relationships/font" Target="fonts/Roboto-boldItalic.fntdata"/><Relationship Id="rId46" Type="http://schemas.openxmlformats.org/officeDocument/2006/relationships/font" Target="fonts/OpenSansLight-bold.fntdata"/><Relationship Id="rId23" Type="http://schemas.openxmlformats.org/officeDocument/2006/relationships/font" Target="fonts/Roboto-italic.fntdata"/><Relationship Id="rId45" Type="http://schemas.openxmlformats.org/officeDocument/2006/relationships/font" Target="fonts/OpenSansLight-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Lato-bold.fntdata"/><Relationship Id="rId48" Type="http://schemas.openxmlformats.org/officeDocument/2006/relationships/font" Target="fonts/OpenSansLight-boldItalic.fntdata"/><Relationship Id="rId25" Type="http://schemas.openxmlformats.org/officeDocument/2006/relationships/font" Target="fonts/Lato-regular.fntdata"/><Relationship Id="rId47" Type="http://schemas.openxmlformats.org/officeDocument/2006/relationships/font" Target="fonts/OpenSansLight-italic.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oppins-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italic.fntdata"/><Relationship Id="rId30" Type="http://schemas.openxmlformats.org/officeDocument/2006/relationships/font" Target="fonts/Poppins-bold.fntdata"/><Relationship Id="rId11" Type="http://schemas.openxmlformats.org/officeDocument/2006/relationships/slide" Target="slides/slide4.xml"/><Relationship Id="rId33" Type="http://schemas.openxmlformats.org/officeDocument/2006/relationships/font" Target="fonts/LatoLight-regular.fntdata"/><Relationship Id="rId10" Type="http://schemas.openxmlformats.org/officeDocument/2006/relationships/slide" Target="slides/slide3.xml"/><Relationship Id="rId32" Type="http://schemas.openxmlformats.org/officeDocument/2006/relationships/font" Target="fonts/Poppins-boldItalic.fntdata"/><Relationship Id="rId13" Type="http://schemas.openxmlformats.org/officeDocument/2006/relationships/slide" Target="slides/slide6.xml"/><Relationship Id="rId35" Type="http://schemas.openxmlformats.org/officeDocument/2006/relationships/font" Target="fonts/LatoLight-italic.fntdata"/><Relationship Id="rId12" Type="http://schemas.openxmlformats.org/officeDocument/2006/relationships/slide" Target="slides/slide5.xml"/><Relationship Id="rId34" Type="http://schemas.openxmlformats.org/officeDocument/2006/relationships/font" Target="fonts/LatoLight-bold.fntdata"/><Relationship Id="rId15" Type="http://schemas.openxmlformats.org/officeDocument/2006/relationships/slide" Target="slides/slide8.xml"/><Relationship Id="rId37" Type="http://schemas.openxmlformats.org/officeDocument/2006/relationships/font" Target="fonts/MontserratLight-regular.fntdata"/><Relationship Id="rId14" Type="http://schemas.openxmlformats.org/officeDocument/2006/relationships/slide" Target="slides/slide7.xml"/><Relationship Id="rId36" Type="http://schemas.openxmlformats.org/officeDocument/2006/relationships/font" Target="fonts/LatoLight-boldItalic.fntdata"/><Relationship Id="rId17" Type="http://schemas.openxmlformats.org/officeDocument/2006/relationships/slide" Target="slides/slide10.xml"/><Relationship Id="rId39" Type="http://schemas.openxmlformats.org/officeDocument/2006/relationships/font" Target="fonts/MontserratLight-italic.fntdata"/><Relationship Id="rId16" Type="http://schemas.openxmlformats.org/officeDocument/2006/relationships/slide" Target="slides/slide9.xml"/><Relationship Id="rId38" Type="http://schemas.openxmlformats.org/officeDocument/2006/relationships/font" Target="fonts/MontserratLight-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e460d46611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1e460d46611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e460d46611_0_1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1e460d46611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9c5e7e1889_0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9c5e7e1889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54c8ce589c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54c8ce589c_0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254c8ce589c_0_8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54c8ce589c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54c8ce589c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254c8ce589c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54c8ce589c_0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54c8ce589c_0_2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254c8ce589c_0_2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e460d46611_0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e460d46611_0_3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1e460d46611_0_3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e460d46611_0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e460d46611_0_2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1e460d46611_0_2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e460d46611_0_3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e460d46611_0_3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1e460d46611_0_3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e460d46611_0_3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e460d46611_0_3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1e460d46611_0_3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e460d46611_0_3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e460d46611_0_3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1e460d46611_0_38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2009476bb7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g32009476bb7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e460d46611_0_3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1e460d46611_0_3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1" name="Shape 11"/>
        <p:cNvGrpSpPr/>
        <p:nvPr/>
      </p:nvGrpSpPr>
      <p:grpSpPr>
        <a:xfrm>
          <a:off x="0" y="0"/>
          <a:ext cx="0" cy="0"/>
          <a:chOff x="0" y="0"/>
          <a:chExt cx="0" cy="0"/>
        </a:xfrm>
      </p:grpSpPr>
    </p:spTree>
  </p:cSld>
  <p:clrMapOvr>
    <a:masterClrMapping/>
  </p:clrMapOvr>
  <mc:AlternateContent>
    <mc:Choice Requires="p14">
      <p:transition spd="slow" p14:dur="1750">
        <p14:flip dir="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BACKGROUND IMAGE" showMasterSp="0">
  <p:cSld name="FULL BACKGROUND IMAGE">
    <p:bg>
      <p:bgPr>
        <a:solidFill>
          <a:schemeClr val="accent6"/>
        </a:solidFill>
      </p:bgPr>
    </p:bg>
    <p:spTree>
      <p:nvGrpSpPr>
        <p:cNvPr id="12" name="Shape 12"/>
        <p:cNvGrpSpPr/>
        <p:nvPr/>
      </p:nvGrpSpPr>
      <p:grpSpPr>
        <a:xfrm>
          <a:off x="0" y="0"/>
          <a:ext cx="0" cy="0"/>
          <a:chOff x="0" y="0"/>
          <a:chExt cx="0" cy="0"/>
        </a:xfrm>
      </p:grpSpPr>
      <p:sp>
        <p:nvSpPr>
          <p:cNvPr id="13" name="Google Shape;13;p3"/>
          <p:cNvSpPr/>
          <p:nvPr>
            <p:ph idx="2" type="pic"/>
          </p:nvPr>
        </p:nvSpPr>
        <p:spPr>
          <a:xfrm>
            <a:off x="0" y="0"/>
            <a:ext cx="18288001" cy="10287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4200"/>
              <a:buFont typeface="Arial"/>
              <a:buChar char="•"/>
              <a:defRPr b="0" i="0" sz="42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mc:AlternateContent>
    <mc:Choice Requires="p14">
      <p:transition spd="slow" p14:dur="1750">
        <p14:flip dir="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p:spTree>
      <p:nvGrpSpPr>
        <p:cNvPr id="14" name="Shape 14"/>
        <p:cNvGrpSpPr/>
        <p:nvPr/>
      </p:nvGrpSpPr>
      <p:grpSpPr>
        <a:xfrm>
          <a:off x="0" y="0"/>
          <a:ext cx="0" cy="0"/>
          <a:chOff x="0" y="0"/>
          <a:chExt cx="0" cy="0"/>
        </a:xfrm>
      </p:grpSpPr>
      <p:sp>
        <p:nvSpPr>
          <p:cNvPr id="15" name="Google Shape;15;p4"/>
          <p:cNvSpPr txBox="1"/>
          <p:nvPr>
            <p:ph type="title"/>
          </p:nvPr>
        </p:nvSpPr>
        <p:spPr>
          <a:xfrm>
            <a:off x="876300" y="571411"/>
            <a:ext cx="5448300" cy="133882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500"/>
              <a:buFont typeface="Roboto"/>
              <a:buNone/>
              <a:defRPr b="1" i="0" sz="4500" u="none" cap="none" strike="noStrike">
                <a:solidFill>
                  <a:schemeClr val="dk1"/>
                </a:solidFill>
                <a:latin typeface="Roboto"/>
                <a:ea typeface="Roboto"/>
                <a:cs typeface="Roboto"/>
                <a:sym typeface="Robo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4"/>
          <p:cNvSpPr txBox="1"/>
          <p:nvPr>
            <p:ph idx="12" type="sldNum"/>
          </p:nvPr>
        </p:nvSpPr>
        <p:spPr>
          <a:xfrm>
            <a:off x="16916400" y="9581325"/>
            <a:ext cx="1733400" cy="370500"/>
          </a:xfrm>
          <a:prstGeom prst="rect">
            <a:avLst/>
          </a:prstGeom>
          <a:noFill/>
          <a:ln>
            <a:noFill/>
          </a:ln>
        </p:spPr>
        <p:txBody>
          <a:bodyPr anchorCtr="0" anchor="t" bIns="45700" lIns="91425" spcFirstLastPara="1" rIns="91425" wrap="square" tIns="45700">
            <a:noAutofit/>
          </a:bodyPr>
          <a:lstStyle>
            <a:lvl1pPr indent="0" lvl="0" marL="0" marR="0" rtl="0" algn="l">
              <a:buNone/>
              <a:defRPr b="1">
                <a:solidFill>
                  <a:schemeClr val="accent2"/>
                </a:solidFill>
                <a:latin typeface="Roboto"/>
                <a:ea typeface="Roboto"/>
                <a:cs typeface="Roboto"/>
                <a:sym typeface="Roboto"/>
              </a:defRPr>
            </a:lvl1pPr>
            <a:lvl2pPr indent="0" lvl="1" marL="0" marR="0" rtl="0" algn="l">
              <a:buNone/>
              <a:defRPr b="1">
                <a:solidFill>
                  <a:schemeClr val="accent2"/>
                </a:solidFill>
                <a:latin typeface="Roboto"/>
                <a:ea typeface="Roboto"/>
                <a:cs typeface="Roboto"/>
                <a:sym typeface="Roboto"/>
              </a:defRPr>
            </a:lvl2pPr>
            <a:lvl3pPr indent="0" lvl="2" marL="0" marR="0" rtl="0" algn="l">
              <a:buNone/>
              <a:defRPr b="1">
                <a:solidFill>
                  <a:schemeClr val="accent2"/>
                </a:solidFill>
                <a:latin typeface="Roboto"/>
                <a:ea typeface="Roboto"/>
                <a:cs typeface="Roboto"/>
                <a:sym typeface="Roboto"/>
              </a:defRPr>
            </a:lvl3pPr>
            <a:lvl4pPr indent="0" lvl="3" marL="0" marR="0" rtl="0" algn="l">
              <a:buNone/>
              <a:defRPr b="1">
                <a:solidFill>
                  <a:schemeClr val="accent2"/>
                </a:solidFill>
                <a:latin typeface="Roboto"/>
                <a:ea typeface="Roboto"/>
                <a:cs typeface="Roboto"/>
                <a:sym typeface="Roboto"/>
              </a:defRPr>
            </a:lvl4pPr>
            <a:lvl5pPr indent="0" lvl="4" marL="0" marR="0" rtl="0" algn="l">
              <a:buNone/>
              <a:defRPr b="1">
                <a:solidFill>
                  <a:schemeClr val="accent2"/>
                </a:solidFill>
                <a:latin typeface="Roboto"/>
                <a:ea typeface="Roboto"/>
                <a:cs typeface="Roboto"/>
                <a:sym typeface="Roboto"/>
              </a:defRPr>
            </a:lvl5pPr>
            <a:lvl6pPr indent="0" lvl="5" marL="0" marR="0" rtl="0" algn="l">
              <a:buNone/>
              <a:defRPr b="1">
                <a:solidFill>
                  <a:schemeClr val="accent2"/>
                </a:solidFill>
                <a:latin typeface="Roboto"/>
                <a:ea typeface="Roboto"/>
                <a:cs typeface="Roboto"/>
                <a:sym typeface="Roboto"/>
              </a:defRPr>
            </a:lvl6pPr>
            <a:lvl7pPr indent="0" lvl="6" marL="0" marR="0" rtl="0" algn="l">
              <a:buNone/>
              <a:defRPr b="1">
                <a:solidFill>
                  <a:schemeClr val="accent2"/>
                </a:solidFill>
                <a:latin typeface="Roboto"/>
                <a:ea typeface="Roboto"/>
                <a:cs typeface="Roboto"/>
                <a:sym typeface="Roboto"/>
              </a:defRPr>
            </a:lvl7pPr>
            <a:lvl8pPr indent="0" lvl="7" marL="0" marR="0" rtl="0" algn="l">
              <a:buNone/>
              <a:defRPr b="1">
                <a:solidFill>
                  <a:schemeClr val="accent2"/>
                </a:solidFill>
                <a:latin typeface="Roboto"/>
                <a:ea typeface="Roboto"/>
                <a:cs typeface="Roboto"/>
                <a:sym typeface="Roboto"/>
              </a:defRPr>
            </a:lvl8pPr>
            <a:lvl9pPr indent="0" lvl="8" marL="0" marR="0" rtl="0" algn="l">
              <a:buNone/>
              <a:defRPr b="1">
                <a:solidFill>
                  <a:schemeClr val="accent2"/>
                </a:solidFill>
                <a:latin typeface="Roboto"/>
                <a:ea typeface="Roboto"/>
                <a:cs typeface="Roboto"/>
                <a:sym typeface="Roboto"/>
              </a:defRPr>
            </a:lvl9pPr>
          </a:lstStyle>
          <a:p>
            <a:pPr indent="0" lvl="0" marL="0" rtl="0" algn="l">
              <a:spcBef>
                <a:spcPts val="0"/>
              </a:spcBef>
              <a:spcAft>
                <a:spcPts val="0"/>
              </a:spcAft>
              <a:buNone/>
            </a:pPr>
            <a:r>
              <a:rPr lang="en-US"/>
              <a:t>0</a:t>
            </a:r>
            <a:fld id="{00000000-1234-1234-1234-123412341234}" type="slidenum">
              <a:rPr lang="en-US"/>
              <a:t>‹#›</a:t>
            </a:fld>
            <a:endParaRPr/>
          </a:p>
        </p:txBody>
      </p:sp>
      <p:cxnSp>
        <p:nvCxnSpPr>
          <p:cNvPr id="17" name="Google Shape;17;p4"/>
          <p:cNvCxnSpPr/>
          <p:nvPr/>
        </p:nvCxnSpPr>
        <p:spPr>
          <a:xfrm>
            <a:off x="704850" y="685800"/>
            <a:ext cx="0" cy="1028700"/>
          </a:xfrm>
          <a:prstGeom prst="straightConnector1">
            <a:avLst/>
          </a:prstGeom>
          <a:noFill/>
          <a:ln cap="flat" cmpd="sng" w="63500">
            <a:solidFill>
              <a:schemeClr val="accent1"/>
            </a:solidFill>
            <a:prstDash val="solid"/>
            <a:miter lim="800000"/>
            <a:headEnd len="sm" w="sm" type="none"/>
            <a:tailEnd len="sm" w="sm" type="none"/>
          </a:ln>
        </p:spPr>
      </p:cxnSp>
    </p:spTree>
  </p:cSld>
  <p:clrMapOvr>
    <a:masterClrMapping/>
  </p:clrMapOvr>
  <mc:AlternateContent>
    <mc:Choice Requires="p14">
      <p:transition spd="slow" p14:dur="1750">
        <p14:flip dir="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S OPT-17" showMasterSp="0">
  <p:cSld name="DEVICES OPT-17">
    <p:spTree>
      <p:nvGrpSpPr>
        <p:cNvPr id="18" name="Shape 18"/>
        <p:cNvGrpSpPr/>
        <p:nvPr/>
      </p:nvGrpSpPr>
      <p:grpSpPr>
        <a:xfrm>
          <a:off x="0" y="0"/>
          <a:ext cx="0" cy="0"/>
          <a:chOff x="0" y="0"/>
          <a:chExt cx="0" cy="0"/>
        </a:xfrm>
      </p:grpSpPr>
      <p:sp>
        <p:nvSpPr>
          <p:cNvPr id="19" name="Google Shape;19;p5"/>
          <p:cNvSpPr/>
          <p:nvPr>
            <p:ph idx="2" type="pic"/>
          </p:nvPr>
        </p:nvSpPr>
        <p:spPr>
          <a:xfrm>
            <a:off x="7175000" y="5605200"/>
            <a:ext cx="3708000" cy="20988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20" name="Google Shape;20;p5"/>
          <p:cNvSpPr/>
          <p:nvPr>
            <p:ph idx="3" type="pic"/>
          </p:nvPr>
        </p:nvSpPr>
        <p:spPr>
          <a:xfrm>
            <a:off x="5688200" y="7758000"/>
            <a:ext cx="439200" cy="7740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21" name="Google Shape;21;p5"/>
          <p:cNvSpPr/>
          <p:nvPr>
            <p:ph idx="4" type="pic"/>
          </p:nvPr>
        </p:nvSpPr>
        <p:spPr>
          <a:xfrm>
            <a:off x="6354200" y="7110000"/>
            <a:ext cx="1069200" cy="14112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22" name="Google Shape;22;p5"/>
          <p:cNvSpPr/>
          <p:nvPr>
            <p:ph idx="5" type="pic"/>
          </p:nvPr>
        </p:nvSpPr>
        <p:spPr>
          <a:xfrm>
            <a:off x="10483400" y="6843600"/>
            <a:ext cx="2512800" cy="15516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S OPT-21" showMasterSp="0">
  <p:cSld name="DEVICES OPT-21">
    <p:spTree>
      <p:nvGrpSpPr>
        <p:cNvPr id="23" name="Shape 23"/>
        <p:cNvGrpSpPr/>
        <p:nvPr/>
      </p:nvGrpSpPr>
      <p:grpSpPr>
        <a:xfrm>
          <a:off x="0" y="0"/>
          <a:ext cx="0" cy="0"/>
          <a:chOff x="0" y="0"/>
          <a:chExt cx="0" cy="0"/>
        </a:xfrm>
      </p:grpSpPr>
      <p:sp>
        <p:nvSpPr>
          <p:cNvPr id="24" name="Google Shape;24;p6"/>
          <p:cNvSpPr/>
          <p:nvPr>
            <p:ph idx="2" type="pic"/>
          </p:nvPr>
        </p:nvSpPr>
        <p:spPr>
          <a:xfrm>
            <a:off x="2710800" y="2178000"/>
            <a:ext cx="7664400" cy="43380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S OPT-18" showMasterSp="0">
  <p:cSld name="DEVICES OPT-18">
    <p:spTree>
      <p:nvGrpSpPr>
        <p:cNvPr id="25" name="Shape 25"/>
        <p:cNvGrpSpPr/>
        <p:nvPr/>
      </p:nvGrpSpPr>
      <p:grpSpPr>
        <a:xfrm>
          <a:off x="0" y="0"/>
          <a:ext cx="0" cy="0"/>
          <a:chOff x="0" y="0"/>
          <a:chExt cx="0" cy="0"/>
        </a:xfrm>
      </p:grpSpPr>
      <p:sp>
        <p:nvSpPr>
          <p:cNvPr id="26" name="Google Shape;26;p7"/>
          <p:cNvSpPr/>
          <p:nvPr>
            <p:ph idx="2" type="pic"/>
          </p:nvPr>
        </p:nvSpPr>
        <p:spPr>
          <a:xfrm>
            <a:off x="5796000" y="1537200"/>
            <a:ext cx="6742800" cy="41688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S OPT-19" showMasterSp="0">
  <p:cSld name="DEVICES OPT-19">
    <p:spTree>
      <p:nvGrpSpPr>
        <p:cNvPr id="27" name="Shape 27"/>
        <p:cNvGrpSpPr/>
        <p:nvPr/>
      </p:nvGrpSpPr>
      <p:grpSpPr>
        <a:xfrm>
          <a:off x="0" y="0"/>
          <a:ext cx="0" cy="0"/>
          <a:chOff x="0" y="0"/>
          <a:chExt cx="0" cy="0"/>
        </a:xfrm>
      </p:grpSpPr>
      <p:sp>
        <p:nvSpPr>
          <p:cNvPr id="28" name="Google Shape;28;p8"/>
          <p:cNvSpPr/>
          <p:nvPr>
            <p:ph idx="2" type="pic"/>
          </p:nvPr>
        </p:nvSpPr>
        <p:spPr>
          <a:xfrm>
            <a:off x="2646000" y="1753200"/>
            <a:ext cx="5004000" cy="61560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S OPT-20" showMasterSp="0">
  <p:cSld name="DEVICES OPT-20">
    <p:spTree>
      <p:nvGrpSpPr>
        <p:cNvPr id="29" name="Shape 29"/>
        <p:cNvGrpSpPr/>
        <p:nvPr/>
      </p:nvGrpSpPr>
      <p:grpSpPr>
        <a:xfrm>
          <a:off x="0" y="0"/>
          <a:ext cx="0" cy="0"/>
          <a:chOff x="0" y="0"/>
          <a:chExt cx="0" cy="0"/>
        </a:xfrm>
      </p:grpSpPr>
      <p:sp>
        <p:nvSpPr>
          <p:cNvPr id="30" name="Google Shape;30;p9"/>
          <p:cNvSpPr/>
          <p:nvPr>
            <p:ph idx="2" type="pic"/>
          </p:nvPr>
        </p:nvSpPr>
        <p:spPr>
          <a:xfrm>
            <a:off x="3761743" y="1272103"/>
            <a:ext cx="1785580" cy="3630135"/>
          </a:xfrm>
          <a:prstGeom prst="roundRect">
            <a:avLst>
              <a:gd fmla="val 10621" name="adj"/>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1600"/>
              <a:buFont typeface="Arial"/>
              <a:buChar char="•"/>
              <a:defRPr b="0" i="0" sz="16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31" name="Google Shape;31;p9"/>
          <p:cNvSpPr/>
          <p:nvPr>
            <p:ph idx="3" type="pic"/>
          </p:nvPr>
        </p:nvSpPr>
        <p:spPr>
          <a:xfrm>
            <a:off x="4958772" y="1597782"/>
            <a:ext cx="1465571" cy="2979547"/>
          </a:xfrm>
          <a:prstGeom prst="roundRect">
            <a:avLst>
              <a:gd fmla="val 10621" name="adj"/>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1600"/>
              <a:buFont typeface="Arial"/>
              <a:buChar char="•"/>
              <a:defRPr b="0" i="0" sz="16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32" name="Google Shape;32;p9"/>
          <p:cNvSpPr/>
          <p:nvPr>
            <p:ph idx="4" type="pic"/>
          </p:nvPr>
        </p:nvSpPr>
        <p:spPr>
          <a:xfrm>
            <a:off x="2884722" y="1597782"/>
            <a:ext cx="1465571" cy="2979547"/>
          </a:xfrm>
          <a:prstGeom prst="roundRect">
            <a:avLst>
              <a:gd fmla="val 10621" name="adj"/>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1600"/>
              <a:buFont typeface="Arial"/>
              <a:buChar char="•"/>
              <a:defRPr b="0" i="0" sz="16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 wo title">
  <p:cSld name="DEFAULT SLIDE - wo title">
    <p:spTree>
      <p:nvGrpSpPr>
        <p:cNvPr id="33" name="Shape 33"/>
        <p:cNvGrpSpPr/>
        <p:nvPr/>
      </p:nvGrpSpPr>
      <p:grpSpPr>
        <a:xfrm>
          <a:off x="0" y="0"/>
          <a:ext cx="0" cy="0"/>
          <a:chOff x="0" y="0"/>
          <a:chExt cx="0" cy="0"/>
        </a:xfrm>
      </p:grpSpPr>
      <p:cxnSp>
        <p:nvCxnSpPr>
          <p:cNvPr id="34" name="Google Shape;34;p10"/>
          <p:cNvCxnSpPr/>
          <p:nvPr/>
        </p:nvCxnSpPr>
        <p:spPr>
          <a:xfrm>
            <a:off x="16744950" y="9186985"/>
            <a:ext cx="0" cy="742950"/>
          </a:xfrm>
          <a:prstGeom prst="straightConnector1">
            <a:avLst/>
          </a:prstGeom>
          <a:noFill/>
          <a:ln cap="flat" cmpd="sng" w="63500">
            <a:solidFill>
              <a:schemeClr val="accent1"/>
            </a:solidFill>
            <a:prstDash val="solid"/>
            <a:miter lim="800000"/>
            <a:headEnd len="sm" w="sm" type="none"/>
            <a:tailEnd len="sm" w="sm" type="none"/>
          </a:ln>
        </p:spPr>
      </p:cxnSp>
      <p:sp>
        <p:nvSpPr>
          <p:cNvPr id="35" name="Google Shape;35;p10"/>
          <p:cNvSpPr txBox="1"/>
          <p:nvPr>
            <p:ph idx="12" type="sldNum"/>
          </p:nvPr>
        </p:nvSpPr>
        <p:spPr>
          <a:xfrm>
            <a:off x="16916400" y="9572274"/>
            <a:ext cx="1733400" cy="35760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1" sz="2800">
                <a:solidFill>
                  <a:schemeClr val="accent2"/>
                </a:solidFill>
                <a:latin typeface="Roboto"/>
                <a:ea typeface="Roboto"/>
                <a:cs typeface="Roboto"/>
                <a:sym typeface="Roboto"/>
              </a:defRPr>
            </a:lvl1pPr>
            <a:lvl2pPr indent="0" lvl="1" marL="0" marR="0" algn="l">
              <a:spcBef>
                <a:spcPts val="0"/>
              </a:spcBef>
              <a:buNone/>
              <a:defRPr b="1" sz="2800">
                <a:solidFill>
                  <a:schemeClr val="accent2"/>
                </a:solidFill>
                <a:latin typeface="Roboto"/>
                <a:ea typeface="Roboto"/>
                <a:cs typeface="Roboto"/>
                <a:sym typeface="Roboto"/>
              </a:defRPr>
            </a:lvl2pPr>
            <a:lvl3pPr indent="0" lvl="2" marL="0" marR="0" algn="l">
              <a:spcBef>
                <a:spcPts val="0"/>
              </a:spcBef>
              <a:buNone/>
              <a:defRPr b="1" sz="2800">
                <a:solidFill>
                  <a:schemeClr val="accent2"/>
                </a:solidFill>
                <a:latin typeface="Roboto"/>
                <a:ea typeface="Roboto"/>
                <a:cs typeface="Roboto"/>
                <a:sym typeface="Roboto"/>
              </a:defRPr>
            </a:lvl3pPr>
            <a:lvl4pPr indent="0" lvl="3" marL="0" marR="0" algn="l">
              <a:spcBef>
                <a:spcPts val="0"/>
              </a:spcBef>
              <a:buNone/>
              <a:defRPr b="1" sz="2800">
                <a:solidFill>
                  <a:schemeClr val="accent2"/>
                </a:solidFill>
                <a:latin typeface="Roboto"/>
                <a:ea typeface="Roboto"/>
                <a:cs typeface="Roboto"/>
                <a:sym typeface="Roboto"/>
              </a:defRPr>
            </a:lvl4pPr>
            <a:lvl5pPr indent="0" lvl="4" marL="0" marR="0" algn="l">
              <a:spcBef>
                <a:spcPts val="0"/>
              </a:spcBef>
              <a:buNone/>
              <a:defRPr b="1" sz="2800">
                <a:solidFill>
                  <a:schemeClr val="accent2"/>
                </a:solidFill>
                <a:latin typeface="Roboto"/>
                <a:ea typeface="Roboto"/>
                <a:cs typeface="Roboto"/>
                <a:sym typeface="Roboto"/>
              </a:defRPr>
            </a:lvl5pPr>
            <a:lvl6pPr indent="0" lvl="5" marL="0" marR="0" algn="l">
              <a:spcBef>
                <a:spcPts val="0"/>
              </a:spcBef>
              <a:buNone/>
              <a:defRPr b="1" sz="2800">
                <a:solidFill>
                  <a:schemeClr val="accent2"/>
                </a:solidFill>
                <a:latin typeface="Roboto"/>
                <a:ea typeface="Roboto"/>
                <a:cs typeface="Roboto"/>
                <a:sym typeface="Roboto"/>
              </a:defRPr>
            </a:lvl6pPr>
            <a:lvl7pPr indent="0" lvl="6" marL="0" marR="0" algn="l">
              <a:spcBef>
                <a:spcPts val="0"/>
              </a:spcBef>
              <a:buNone/>
              <a:defRPr b="1" sz="2800">
                <a:solidFill>
                  <a:schemeClr val="accent2"/>
                </a:solidFill>
                <a:latin typeface="Roboto"/>
                <a:ea typeface="Roboto"/>
                <a:cs typeface="Roboto"/>
                <a:sym typeface="Roboto"/>
              </a:defRPr>
            </a:lvl7pPr>
            <a:lvl8pPr indent="0" lvl="7" marL="0" marR="0" algn="l">
              <a:spcBef>
                <a:spcPts val="0"/>
              </a:spcBef>
              <a:buNone/>
              <a:defRPr b="1" sz="2800">
                <a:solidFill>
                  <a:schemeClr val="accent2"/>
                </a:solidFill>
                <a:latin typeface="Roboto"/>
                <a:ea typeface="Roboto"/>
                <a:cs typeface="Roboto"/>
                <a:sym typeface="Roboto"/>
              </a:defRPr>
            </a:lvl8pPr>
            <a:lvl9pPr indent="0" lvl="8" marL="0" marR="0" algn="l">
              <a:spcBef>
                <a:spcPts val="0"/>
              </a:spcBef>
              <a:buNone/>
              <a:defRPr b="1" sz="2800">
                <a:solidFill>
                  <a:schemeClr val="accent2"/>
                </a:solidFill>
                <a:latin typeface="Roboto"/>
                <a:ea typeface="Roboto"/>
                <a:cs typeface="Roboto"/>
                <a:sym typeface="Roboto"/>
              </a:defRPr>
            </a:lvl9pPr>
          </a:lstStyle>
          <a:p>
            <a:pPr indent="0" lvl="0" marL="0" rtl="0" algn="l">
              <a:spcBef>
                <a:spcPts val="0"/>
              </a:spcBef>
              <a:spcAft>
                <a:spcPts val="0"/>
              </a:spcAft>
              <a:buNone/>
            </a:pPr>
            <a:r>
              <a:rPr lang="en-US"/>
              <a:t>page</a:t>
            </a:r>
            <a:endParaRPr sz="1600"/>
          </a:p>
          <a:p>
            <a:pPr indent="0" lvl="0" marL="0" rtl="0" algn="l">
              <a:spcBef>
                <a:spcPts val="0"/>
              </a:spcBef>
              <a:spcAft>
                <a:spcPts val="0"/>
              </a:spcAft>
              <a:buNone/>
            </a:pPr>
            <a:r>
              <a:rPr lang="en-US"/>
              <a:t>0</a:t>
            </a:r>
            <a:fld id="{00000000-1234-1234-1234-123412341234}" type="slidenum">
              <a:rPr lang="en-US"/>
              <a:t>‹#›</a:t>
            </a:fld>
            <a:endParaRPr/>
          </a:p>
        </p:txBody>
      </p:sp>
    </p:spTree>
  </p:cSld>
  <p:clrMapOvr>
    <a:masterClrMapping/>
  </p:clrMapOvr>
  <mc:AlternateContent>
    <mc:Choice Requires="p14">
      <p:transition spd="slow" p14:dur="1750">
        <p14:flip dir="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EFAULT SLIDE">
  <p:cSld name="1_DEFAULT SLIDE">
    <p:spTree>
      <p:nvGrpSpPr>
        <p:cNvPr id="36" name="Shape 36"/>
        <p:cNvGrpSpPr/>
        <p:nvPr/>
      </p:nvGrpSpPr>
      <p:grpSpPr>
        <a:xfrm>
          <a:off x="0" y="0"/>
          <a:ext cx="0" cy="0"/>
          <a:chOff x="0" y="0"/>
          <a:chExt cx="0" cy="0"/>
        </a:xfrm>
      </p:grpSpPr>
      <p:cxnSp>
        <p:nvCxnSpPr>
          <p:cNvPr id="37" name="Google Shape;37;p11"/>
          <p:cNvCxnSpPr/>
          <p:nvPr/>
        </p:nvCxnSpPr>
        <p:spPr>
          <a:xfrm>
            <a:off x="16783050" y="685800"/>
            <a:ext cx="0" cy="1028700"/>
          </a:xfrm>
          <a:prstGeom prst="straightConnector1">
            <a:avLst/>
          </a:prstGeom>
          <a:noFill/>
          <a:ln cap="flat" cmpd="sng" w="63500">
            <a:solidFill>
              <a:schemeClr val="accent1"/>
            </a:solidFill>
            <a:prstDash val="solid"/>
            <a:miter lim="800000"/>
            <a:headEnd len="sm" w="sm" type="none"/>
            <a:tailEnd len="sm" w="sm" type="none"/>
          </a:ln>
        </p:spPr>
      </p:cxnSp>
      <p:sp>
        <p:nvSpPr>
          <p:cNvPr id="38" name="Google Shape;38;p11"/>
          <p:cNvSpPr txBox="1"/>
          <p:nvPr>
            <p:ph type="title"/>
          </p:nvPr>
        </p:nvSpPr>
        <p:spPr>
          <a:xfrm>
            <a:off x="11125200" y="571411"/>
            <a:ext cx="5448300" cy="1338828"/>
          </a:xfrm>
          <a:prstGeom prst="rect">
            <a:avLst/>
          </a:prstGeom>
          <a:noFill/>
          <a:ln>
            <a:noFill/>
          </a:ln>
        </p:spPr>
        <p:txBody>
          <a:bodyPr anchorCtr="0" anchor="t" bIns="45700" lIns="91425" spcFirstLastPara="1" rIns="91425" wrap="square" tIns="45700">
            <a:noAutofit/>
          </a:bodyPr>
          <a:lstStyle>
            <a:lvl1pPr lvl="0" marR="0" rtl="0" algn="r">
              <a:lnSpc>
                <a:spcPct val="90000"/>
              </a:lnSpc>
              <a:spcBef>
                <a:spcPts val="0"/>
              </a:spcBef>
              <a:spcAft>
                <a:spcPts val="0"/>
              </a:spcAft>
              <a:buClr>
                <a:schemeClr val="dk1"/>
              </a:buClr>
              <a:buSzPts val="4500"/>
              <a:buFont typeface="Roboto"/>
              <a:buNone/>
              <a:defRPr b="1" i="0" sz="4500" u="none" cap="none" strike="noStrike">
                <a:solidFill>
                  <a:schemeClr val="dk1"/>
                </a:solidFill>
                <a:latin typeface="Roboto"/>
                <a:ea typeface="Roboto"/>
                <a:cs typeface="Roboto"/>
                <a:sym typeface="Robo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11"/>
          <p:cNvSpPr txBox="1"/>
          <p:nvPr>
            <p:ph idx="12" type="sldNum"/>
          </p:nvPr>
        </p:nvSpPr>
        <p:spPr>
          <a:xfrm>
            <a:off x="16916400" y="9572274"/>
            <a:ext cx="1733400" cy="357600"/>
          </a:xfrm>
          <a:prstGeom prst="rect">
            <a:avLst/>
          </a:prstGeom>
          <a:noFill/>
          <a:ln>
            <a:noFill/>
          </a:ln>
        </p:spPr>
        <p:txBody>
          <a:bodyPr anchorCtr="0" anchor="t" bIns="45700" lIns="91425" spcFirstLastPara="1" rIns="91425" wrap="square" tIns="45700">
            <a:noAutofit/>
          </a:bodyPr>
          <a:lstStyle>
            <a:lvl1pPr indent="0" lvl="0" marL="0" marR="0" algn="l">
              <a:buNone/>
              <a:defRPr b="1">
                <a:solidFill>
                  <a:schemeClr val="accent2"/>
                </a:solidFill>
                <a:latin typeface="Roboto"/>
                <a:ea typeface="Roboto"/>
                <a:cs typeface="Roboto"/>
                <a:sym typeface="Roboto"/>
              </a:defRPr>
            </a:lvl1pPr>
            <a:lvl2pPr indent="0" lvl="1" marL="0" marR="0" algn="l">
              <a:buNone/>
              <a:defRPr b="1">
                <a:solidFill>
                  <a:schemeClr val="accent2"/>
                </a:solidFill>
                <a:latin typeface="Roboto"/>
                <a:ea typeface="Roboto"/>
                <a:cs typeface="Roboto"/>
                <a:sym typeface="Roboto"/>
              </a:defRPr>
            </a:lvl2pPr>
            <a:lvl3pPr indent="0" lvl="2" marL="0" marR="0" algn="l">
              <a:buNone/>
              <a:defRPr b="1">
                <a:solidFill>
                  <a:schemeClr val="accent2"/>
                </a:solidFill>
                <a:latin typeface="Roboto"/>
                <a:ea typeface="Roboto"/>
                <a:cs typeface="Roboto"/>
                <a:sym typeface="Roboto"/>
              </a:defRPr>
            </a:lvl3pPr>
            <a:lvl4pPr indent="0" lvl="3" marL="0" marR="0" algn="l">
              <a:buNone/>
              <a:defRPr b="1">
                <a:solidFill>
                  <a:schemeClr val="accent2"/>
                </a:solidFill>
                <a:latin typeface="Roboto"/>
                <a:ea typeface="Roboto"/>
                <a:cs typeface="Roboto"/>
                <a:sym typeface="Roboto"/>
              </a:defRPr>
            </a:lvl4pPr>
            <a:lvl5pPr indent="0" lvl="4" marL="0" marR="0" algn="l">
              <a:buNone/>
              <a:defRPr b="1">
                <a:solidFill>
                  <a:schemeClr val="accent2"/>
                </a:solidFill>
                <a:latin typeface="Roboto"/>
                <a:ea typeface="Roboto"/>
                <a:cs typeface="Roboto"/>
                <a:sym typeface="Roboto"/>
              </a:defRPr>
            </a:lvl5pPr>
            <a:lvl6pPr indent="0" lvl="5" marL="0" marR="0" algn="l">
              <a:buNone/>
              <a:defRPr b="1">
                <a:solidFill>
                  <a:schemeClr val="accent2"/>
                </a:solidFill>
                <a:latin typeface="Roboto"/>
                <a:ea typeface="Roboto"/>
                <a:cs typeface="Roboto"/>
                <a:sym typeface="Roboto"/>
              </a:defRPr>
            </a:lvl6pPr>
            <a:lvl7pPr indent="0" lvl="6" marL="0" marR="0" algn="l">
              <a:buNone/>
              <a:defRPr b="1">
                <a:solidFill>
                  <a:schemeClr val="accent2"/>
                </a:solidFill>
                <a:latin typeface="Roboto"/>
                <a:ea typeface="Roboto"/>
                <a:cs typeface="Roboto"/>
                <a:sym typeface="Roboto"/>
              </a:defRPr>
            </a:lvl7pPr>
            <a:lvl8pPr indent="0" lvl="7" marL="0" marR="0" algn="l">
              <a:buNone/>
              <a:defRPr b="1">
                <a:solidFill>
                  <a:schemeClr val="accent2"/>
                </a:solidFill>
                <a:latin typeface="Roboto"/>
                <a:ea typeface="Roboto"/>
                <a:cs typeface="Roboto"/>
                <a:sym typeface="Roboto"/>
              </a:defRPr>
            </a:lvl8pPr>
            <a:lvl9pPr indent="0" lvl="8" marL="0" marR="0" algn="l">
              <a:buNone/>
              <a:defRPr b="1">
                <a:solidFill>
                  <a:schemeClr val="accent2"/>
                </a:solidFill>
                <a:latin typeface="Roboto"/>
                <a:ea typeface="Roboto"/>
                <a:cs typeface="Roboto"/>
                <a:sym typeface="Roboto"/>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750">
        <p14:flip dir="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OP SLIDE">
  <p:cSld name="DARK TOP SLIDE">
    <p:spTree>
      <p:nvGrpSpPr>
        <p:cNvPr id="40" name="Shape 40"/>
        <p:cNvGrpSpPr/>
        <p:nvPr/>
      </p:nvGrpSpPr>
      <p:grpSpPr>
        <a:xfrm>
          <a:off x="0" y="0"/>
          <a:ext cx="0" cy="0"/>
          <a:chOff x="0" y="0"/>
          <a:chExt cx="0" cy="0"/>
        </a:xfrm>
      </p:grpSpPr>
      <p:sp>
        <p:nvSpPr>
          <p:cNvPr id="41" name="Google Shape;41;p12"/>
          <p:cNvSpPr/>
          <p:nvPr/>
        </p:nvSpPr>
        <p:spPr>
          <a:xfrm>
            <a:off x="0" y="0"/>
            <a:ext cx="18288001" cy="5143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1"/>
              </a:solidFill>
              <a:latin typeface="Roboto"/>
              <a:ea typeface="Roboto"/>
              <a:cs typeface="Roboto"/>
              <a:sym typeface="Roboto"/>
            </a:endParaRPr>
          </a:p>
        </p:txBody>
      </p:sp>
      <p:cxnSp>
        <p:nvCxnSpPr>
          <p:cNvPr id="42" name="Google Shape;42;p12"/>
          <p:cNvCxnSpPr/>
          <p:nvPr/>
        </p:nvCxnSpPr>
        <p:spPr>
          <a:xfrm>
            <a:off x="704850" y="685800"/>
            <a:ext cx="0" cy="1028700"/>
          </a:xfrm>
          <a:prstGeom prst="straightConnector1">
            <a:avLst/>
          </a:prstGeom>
          <a:noFill/>
          <a:ln cap="flat" cmpd="sng" w="63500">
            <a:solidFill>
              <a:schemeClr val="accent1"/>
            </a:solidFill>
            <a:prstDash val="solid"/>
            <a:miter lim="800000"/>
            <a:headEnd len="sm" w="sm" type="none"/>
            <a:tailEnd len="sm" w="sm" type="none"/>
          </a:ln>
        </p:spPr>
      </p:cxnSp>
      <p:sp>
        <p:nvSpPr>
          <p:cNvPr id="43" name="Google Shape;43;p12"/>
          <p:cNvSpPr txBox="1"/>
          <p:nvPr>
            <p:ph type="title"/>
          </p:nvPr>
        </p:nvSpPr>
        <p:spPr>
          <a:xfrm>
            <a:off x="876300" y="571411"/>
            <a:ext cx="5448300" cy="133882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2"/>
              </a:buClr>
              <a:buSzPts val="4500"/>
              <a:buFont typeface="Roboto"/>
              <a:buNone/>
              <a:defRPr b="1" i="0" sz="4500" u="none" cap="none" strike="noStrike">
                <a:solidFill>
                  <a:schemeClr val="lt2"/>
                </a:solidFill>
                <a:latin typeface="Roboto"/>
                <a:ea typeface="Roboto"/>
                <a:cs typeface="Roboto"/>
                <a:sym typeface="Robo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12"/>
          <p:cNvSpPr txBox="1"/>
          <p:nvPr>
            <p:ph idx="12" type="sldNum"/>
          </p:nvPr>
        </p:nvSpPr>
        <p:spPr>
          <a:xfrm>
            <a:off x="16916400" y="9481925"/>
            <a:ext cx="1733400" cy="442800"/>
          </a:xfrm>
          <a:prstGeom prst="rect">
            <a:avLst/>
          </a:prstGeom>
          <a:noFill/>
          <a:ln>
            <a:noFill/>
          </a:ln>
        </p:spPr>
        <p:txBody>
          <a:bodyPr anchorCtr="0" anchor="ctr" bIns="45700" lIns="91425" spcFirstLastPara="1" rIns="91425" wrap="square" tIns="45700">
            <a:noAutofit/>
          </a:bodyPr>
          <a:lstStyle>
            <a:lvl1pPr indent="0" lvl="0" marL="0" marR="0" algn="l">
              <a:buNone/>
              <a:defRPr b="1">
                <a:solidFill>
                  <a:schemeClr val="accent2"/>
                </a:solidFill>
                <a:latin typeface="Roboto"/>
                <a:ea typeface="Roboto"/>
                <a:cs typeface="Roboto"/>
                <a:sym typeface="Roboto"/>
              </a:defRPr>
            </a:lvl1pPr>
            <a:lvl2pPr indent="0" lvl="1" marL="0" marR="0" algn="l">
              <a:buNone/>
              <a:defRPr b="1">
                <a:solidFill>
                  <a:schemeClr val="accent2"/>
                </a:solidFill>
                <a:latin typeface="Roboto"/>
                <a:ea typeface="Roboto"/>
                <a:cs typeface="Roboto"/>
                <a:sym typeface="Roboto"/>
              </a:defRPr>
            </a:lvl2pPr>
            <a:lvl3pPr indent="0" lvl="2" marL="0" marR="0" algn="l">
              <a:buNone/>
              <a:defRPr b="1">
                <a:solidFill>
                  <a:schemeClr val="accent2"/>
                </a:solidFill>
                <a:latin typeface="Roboto"/>
                <a:ea typeface="Roboto"/>
                <a:cs typeface="Roboto"/>
                <a:sym typeface="Roboto"/>
              </a:defRPr>
            </a:lvl3pPr>
            <a:lvl4pPr indent="0" lvl="3" marL="0" marR="0" algn="l">
              <a:buNone/>
              <a:defRPr b="1">
                <a:solidFill>
                  <a:schemeClr val="accent2"/>
                </a:solidFill>
                <a:latin typeface="Roboto"/>
                <a:ea typeface="Roboto"/>
                <a:cs typeface="Roboto"/>
                <a:sym typeface="Roboto"/>
              </a:defRPr>
            </a:lvl4pPr>
            <a:lvl5pPr indent="0" lvl="4" marL="0" marR="0" algn="l">
              <a:buNone/>
              <a:defRPr b="1">
                <a:solidFill>
                  <a:schemeClr val="accent2"/>
                </a:solidFill>
                <a:latin typeface="Roboto"/>
                <a:ea typeface="Roboto"/>
                <a:cs typeface="Roboto"/>
                <a:sym typeface="Roboto"/>
              </a:defRPr>
            </a:lvl5pPr>
            <a:lvl6pPr indent="0" lvl="5" marL="0" marR="0" algn="l">
              <a:buNone/>
              <a:defRPr b="1">
                <a:solidFill>
                  <a:schemeClr val="accent2"/>
                </a:solidFill>
                <a:latin typeface="Roboto"/>
                <a:ea typeface="Roboto"/>
                <a:cs typeface="Roboto"/>
                <a:sym typeface="Roboto"/>
              </a:defRPr>
            </a:lvl6pPr>
            <a:lvl7pPr indent="0" lvl="6" marL="0" marR="0" algn="l">
              <a:buNone/>
              <a:defRPr b="1">
                <a:solidFill>
                  <a:schemeClr val="accent2"/>
                </a:solidFill>
                <a:latin typeface="Roboto"/>
                <a:ea typeface="Roboto"/>
                <a:cs typeface="Roboto"/>
                <a:sym typeface="Roboto"/>
              </a:defRPr>
            </a:lvl7pPr>
            <a:lvl8pPr indent="0" lvl="7" marL="0" marR="0" algn="l">
              <a:buNone/>
              <a:defRPr b="1">
                <a:solidFill>
                  <a:schemeClr val="accent2"/>
                </a:solidFill>
                <a:latin typeface="Roboto"/>
                <a:ea typeface="Roboto"/>
                <a:cs typeface="Roboto"/>
                <a:sym typeface="Roboto"/>
              </a:defRPr>
            </a:lvl8pPr>
            <a:lvl9pPr indent="0" lvl="8" marL="0" marR="0" algn="l">
              <a:buNone/>
              <a:defRPr b="1">
                <a:solidFill>
                  <a:schemeClr val="accent2"/>
                </a:solidFill>
                <a:latin typeface="Roboto"/>
                <a:ea typeface="Roboto"/>
                <a:cs typeface="Roboto"/>
                <a:sym typeface="Roboto"/>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750">
        <p14:flip dir="l"/>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MIDDLE">
  <p:cSld name="DARK MIDDLE">
    <p:spTree>
      <p:nvGrpSpPr>
        <p:cNvPr id="45" name="Shape 45"/>
        <p:cNvGrpSpPr/>
        <p:nvPr/>
      </p:nvGrpSpPr>
      <p:grpSpPr>
        <a:xfrm>
          <a:off x="0" y="0"/>
          <a:ext cx="0" cy="0"/>
          <a:chOff x="0" y="0"/>
          <a:chExt cx="0" cy="0"/>
        </a:xfrm>
      </p:grpSpPr>
      <p:sp>
        <p:nvSpPr>
          <p:cNvPr id="46" name="Google Shape;46;p13"/>
          <p:cNvSpPr txBox="1"/>
          <p:nvPr>
            <p:ph type="title"/>
          </p:nvPr>
        </p:nvSpPr>
        <p:spPr>
          <a:xfrm>
            <a:off x="876300" y="571411"/>
            <a:ext cx="5448300" cy="133882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500"/>
              <a:buFont typeface="Roboto"/>
              <a:buNone/>
              <a:defRPr b="1" i="0" sz="4500" u="none" cap="none" strike="noStrike">
                <a:solidFill>
                  <a:schemeClr val="dk1"/>
                </a:solidFill>
                <a:latin typeface="Roboto"/>
                <a:ea typeface="Roboto"/>
                <a:cs typeface="Roboto"/>
                <a:sym typeface="Robo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7" name="Google Shape;47;p13"/>
          <p:cNvSpPr/>
          <p:nvPr/>
        </p:nvSpPr>
        <p:spPr>
          <a:xfrm>
            <a:off x="0" y="2400300"/>
            <a:ext cx="18288001" cy="54864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1"/>
              </a:solidFill>
              <a:latin typeface="Roboto"/>
              <a:ea typeface="Roboto"/>
              <a:cs typeface="Roboto"/>
              <a:sym typeface="Roboto"/>
            </a:endParaRPr>
          </a:p>
        </p:txBody>
      </p:sp>
      <p:cxnSp>
        <p:nvCxnSpPr>
          <p:cNvPr id="48" name="Google Shape;48;p13"/>
          <p:cNvCxnSpPr/>
          <p:nvPr/>
        </p:nvCxnSpPr>
        <p:spPr>
          <a:xfrm>
            <a:off x="704850" y="685800"/>
            <a:ext cx="0" cy="1028700"/>
          </a:xfrm>
          <a:prstGeom prst="straightConnector1">
            <a:avLst/>
          </a:prstGeom>
          <a:noFill/>
          <a:ln cap="flat" cmpd="sng" w="63500">
            <a:solidFill>
              <a:schemeClr val="accent1"/>
            </a:solidFill>
            <a:prstDash val="solid"/>
            <a:miter lim="800000"/>
            <a:headEnd len="sm" w="sm" type="none"/>
            <a:tailEnd len="sm" w="sm" type="none"/>
          </a:ln>
        </p:spPr>
      </p:cxnSp>
      <p:sp>
        <p:nvSpPr>
          <p:cNvPr id="49" name="Google Shape;49;p13"/>
          <p:cNvSpPr txBox="1"/>
          <p:nvPr>
            <p:ph idx="12" type="sldNum"/>
          </p:nvPr>
        </p:nvSpPr>
        <p:spPr>
          <a:xfrm>
            <a:off x="16916400" y="9481925"/>
            <a:ext cx="1733400" cy="442800"/>
          </a:xfrm>
          <a:prstGeom prst="rect">
            <a:avLst/>
          </a:prstGeom>
          <a:noFill/>
          <a:ln>
            <a:noFill/>
          </a:ln>
        </p:spPr>
        <p:txBody>
          <a:bodyPr anchorCtr="0" anchor="ctr" bIns="45700" lIns="91425" spcFirstLastPara="1" rIns="91425" wrap="square" tIns="45700">
            <a:noAutofit/>
          </a:bodyPr>
          <a:lstStyle>
            <a:lvl1pPr indent="0" lvl="0" marL="0" marR="0" rtl="0" algn="l">
              <a:buNone/>
              <a:defRPr b="1">
                <a:solidFill>
                  <a:schemeClr val="accent2"/>
                </a:solidFill>
                <a:latin typeface="Roboto"/>
                <a:ea typeface="Roboto"/>
                <a:cs typeface="Roboto"/>
                <a:sym typeface="Roboto"/>
              </a:defRPr>
            </a:lvl1pPr>
            <a:lvl2pPr indent="0" lvl="1" marL="0" marR="0" rtl="0" algn="l">
              <a:buNone/>
              <a:defRPr b="1">
                <a:solidFill>
                  <a:schemeClr val="accent2"/>
                </a:solidFill>
                <a:latin typeface="Roboto"/>
                <a:ea typeface="Roboto"/>
                <a:cs typeface="Roboto"/>
                <a:sym typeface="Roboto"/>
              </a:defRPr>
            </a:lvl2pPr>
            <a:lvl3pPr indent="0" lvl="2" marL="0" marR="0" rtl="0" algn="l">
              <a:buNone/>
              <a:defRPr b="1">
                <a:solidFill>
                  <a:schemeClr val="accent2"/>
                </a:solidFill>
                <a:latin typeface="Roboto"/>
                <a:ea typeface="Roboto"/>
                <a:cs typeface="Roboto"/>
                <a:sym typeface="Roboto"/>
              </a:defRPr>
            </a:lvl3pPr>
            <a:lvl4pPr indent="0" lvl="3" marL="0" marR="0" rtl="0" algn="l">
              <a:buNone/>
              <a:defRPr b="1">
                <a:solidFill>
                  <a:schemeClr val="accent2"/>
                </a:solidFill>
                <a:latin typeface="Roboto"/>
                <a:ea typeface="Roboto"/>
                <a:cs typeface="Roboto"/>
                <a:sym typeface="Roboto"/>
              </a:defRPr>
            </a:lvl4pPr>
            <a:lvl5pPr indent="0" lvl="4" marL="0" marR="0" rtl="0" algn="l">
              <a:buNone/>
              <a:defRPr b="1">
                <a:solidFill>
                  <a:schemeClr val="accent2"/>
                </a:solidFill>
                <a:latin typeface="Roboto"/>
                <a:ea typeface="Roboto"/>
                <a:cs typeface="Roboto"/>
                <a:sym typeface="Roboto"/>
              </a:defRPr>
            </a:lvl5pPr>
            <a:lvl6pPr indent="0" lvl="5" marL="0" marR="0" rtl="0" algn="l">
              <a:buNone/>
              <a:defRPr b="1">
                <a:solidFill>
                  <a:schemeClr val="accent2"/>
                </a:solidFill>
                <a:latin typeface="Roboto"/>
                <a:ea typeface="Roboto"/>
                <a:cs typeface="Roboto"/>
                <a:sym typeface="Roboto"/>
              </a:defRPr>
            </a:lvl6pPr>
            <a:lvl7pPr indent="0" lvl="6" marL="0" marR="0" rtl="0" algn="l">
              <a:buNone/>
              <a:defRPr b="1">
                <a:solidFill>
                  <a:schemeClr val="accent2"/>
                </a:solidFill>
                <a:latin typeface="Roboto"/>
                <a:ea typeface="Roboto"/>
                <a:cs typeface="Roboto"/>
                <a:sym typeface="Roboto"/>
              </a:defRPr>
            </a:lvl7pPr>
            <a:lvl8pPr indent="0" lvl="7" marL="0" marR="0" rtl="0" algn="l">
              <a:buNone/>
              <a:defRPr b="1">
                <a:solidFill>
                  <a:schemeClr val="accent2"/>
                </a:solidFill>
                <a:latin typeface="Roboto"/>
                <a:ea typeface="Roboto"/>
                <a:cs typeface="Roboto"/>
                <a:sym typeface="Roboto"/>
              </a:defRPr>
            </a:lvl8pPr>
            <a:lvl9pPr indent="0" lvl="8" marL="0" marR="0" rtl="0" algn="l">
              <a:buNone/>
              <a:defRPr b="1">
                <a:solidFill>
                  <a:schemeClr val="accent2"/>
                </a:solidFill>
                <a:latin typeface="Roboto"/>
                <a:ea typeface="Roboto"/>
                <a:cs typeface="Roboto"/>
                <a:sym typeface="Roboto"/>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750">
        <p14:flip dir="l"/>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_1">
    <p:spTree>
      <p:nvGrpSpPr>
        <p:cNvPr id="50" name="Shape 50"/>
        <p:cNvGrpSpPr/>
        <p:nvPr/>
      </p:nvGrpSpPr>
      <p:grpSpPr>
        <a:xfrm>
          <a:off x="0" y="0"/>
          <a:ext cx="0" cy="0"/>
          <a:chOff x="0" y="0"/>
          <a:chExt cx="0" cy="0"/>
        </a:xfrm>
      </p:grpSpPr>
      <p:sp>
        <p:nvSpPr>
          <p:cNvPr id="51" name="Google Shape;51;p14"/>
          <p:cNvSpPr txBox="1"/>
          <p:nvPr>
            <p:ph type="title"/>
          </p:nvPr>
        </p:nvSpPr>
        <p:spPr>
          <a:xfrm>
            <a:off x="1257300" y="588028"/>
            <a:ext cx="15773400" cy="1542900"/>
          </a:xfrm>
          <a:prstGeom prst="rect">
            <a:avLst/>
          </a:prstGeom>
          <a:noFill/>
          <a:ln>
            <a:noFill/>
          </a:ln>
        </p:spPr>
        <p:txBody>
          <a:bodyPr anchorCtr="0" anchor="t" bIns="68550" lIns="137150" spcFirstLastPara="1" rIns="137150" wrap="square" tIns="68550">
            <a:noAutofit/>
          </a:bodyPr>
          <a:lstStyle>
            <a:lvl1pPr lvl="0" marR="0" rtl="0" algn="ctr">
              <a:lnSpc>
                <a:spcPct val="90000"/>
              </a:lnSpc>
              <a:spcBef>
                <a:spcPts val="0"/>
              </a:spcBef>
              <a:spcAft>
                <a:spcPts val="0"/>
              </a:spcAft>
              <a:buClr>
                <a:srgbClr val="959595"/>
              </a:buClr>
              <a:buSzPts val="4800"/>
              <a:buFont typeface="Lato"/>
              <a:buNone/>
              <a:defRPr b="0" i="0" sz="4800" u="none" cap="none" strike="noStrike">
                <a:solidFill>
                  <a:srgbClr val="959595"/>
                </a:solidFill>
                <a:latin typeface="Lato"/>
                <a:ea typeface="Lato"/>
                <a:cs typeface="Lato"/>
                <a:sym typeface="Lato"/>
              </a:defRPr>
            </a:lvl1pPr>
            <a:lvl2pPr lvl="1"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2pPr>
            <a:lvl3pPr lvl="2"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3pPr>
            <a:lvl4pPr lvl="3"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4pPr>
            <a:lvl5pPr lvl="4"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5pPr>
            <a:lvl6pPr lvl="5"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6pPr>
            <a:lvl7pPr lvl="6"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7pPr>
            <a:lvl8pPr lvl="7"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8pPr>
            <a:lvl9pPr lvl="8"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9pPr>
          </a:lstStyle>
          <a:p/>
        </p:txBody>
      </p:sp>
      <p:sp>
        <p:nvSpPr>
          <p:cNvPr id="52" name="Google Shape;52;p14"/>
          <p:cNvSpPr txBox="1"/>
          <p:nvPr>
            <p:ph idx="12" type="sldNum"/>
          </p:nvPr>
        </p:nvSpPr>
        <p:spPr>
          <a:xfrm>
            <a:off x="17306227" y="9292956"/>
            <a:ext cx="660600" cy="660600"/>
          </a:xfrm>
          <a:prstGeom prst="rect">
            <a:avLst/>
          </a:prstGeom>
          <a:solidFill>
            <a:schemeClr val="accent1">
              <a:alpha val="9020"/>
            </a:schemeClr>
          </a:solidFill>
          <a:ln>
            <a:noFill/>
          </a:ln>
        </p:spPr>
        <p:txBody>
          <a:bodyPr anchorCtr="0" anchor="ctr" bIns="68550" lIns="137150" spcFirstLastPara="1" rIns="137150" wrap="square" tIns="68550">
            <a:noAutofit/>
          </a:bodyPr>
          <a:lstStyle>
            <a:lvl1pPr indent="0" lvl="0"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1pPr>
            <a:lvl2pPr indent="0" lvl="1"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2pPr>
            <a:lvl3pPr indent="0" lvl="2"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3pPr>
            <a:lvl4pPr indent="0" lvl="3"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4pPr>
            <a:lvl5pPr indent="0" lvl="4"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5pPr>
            <a:lvl6pPr indent="0" lvl="5"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6pPr>
            <a:lvl7pPr indent="0" lvl="6"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7pPr>
            <a:lvl8pPr indent="0" lvl="7"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8pPr>
            <a:lvl9pPr indent="0" lvl="8"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5" name="Shape 55"/>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BACKGROUND IMAGE" showMasterSp="0">
  <p:cSld name="FULL BACKGROUND IMAGE">
    <p:bg>
      <p:bgPr>
        <a:solidFill>
          <a:schemeClr val="accent6"/>
        </a:solidFill>
      </p:bgPr>
    </p:bg>
    <p:spTree>
      <p:nvGrpSpPr>
        <p:cNvPr id="56" name="Shape 56"/>
        <p:cNvGrpSpPr/>
        <p:nvPr/>
      </p:nvGrpSpPr>
      <p:grpSpPr>
        <a:xfrm>
          <a:off x="0" y="0"/>
          <a:ext cx="0" cy="0"/>
          <a:chOff x="0" y="0"/>
          <a:chExt cx="0" cy="0"/>
        </a:xfrm>
      </p:grpSpPr>
      <p:sp>
        <p:nvSpPr>
          <p:cNvPr id="57" name="Google Shape;57;p17"/>
          <p:cNvSpPr/>
          <p:nvPr>
            <p:ph idx="2" type="pic"/>
          </p:nvPr>
        </p:nvSpPr>
        <p:spPr>
          <a:xfrm>
            <a:off x="0" y="0"/>
            <a:ext cx="18288000" cy="10287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4200"/>
              <a:buFont typeface="Arial"/>
              <a:buChar char="•"/>
              <a:defRPr b="0" i="0" sz="42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p:spTree>
      <p:nvGrpSpPr>
        <p:cNvPr id="58" name="Shape 58"/>
        <p:cNvGrpSpPr/>
        <p:nvPr/>
      </p:nvGrpSpPr>
      <p:grpSpPr>
        <a:xfrm>
          <a:off x="0" y="0"/>
          <a:ext cx="0" cy="0"/>
          <a:chOff x="0" y="0"/>
          <a:chExt cx="0" cy="0"/>
        </a:xfrm>
      </p:grpSpPr>
      <p:sp>
        <p:nvSpPr>
          <p:cNvPr id="59" name="Google Shape;59;p18"/>
          <p:cNvSpPr txBox="1"/>
          <p:nvPr>
            <p:ph type="title"/>
          </p:nvPr>
        </p:nvSpPr>
        <p:spPr>
          <a:xfrm>
            <a:off x="876300" y="571411"/>
            <a:ext cx="5448300" cy="133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500"/>
              <a:buFont typeface="Roboto"/>
              <a:buNone/>
              <a:defRPr b="1" i="0" sz="4500" u="none" cap="none" strike="noStrike">
                <a:solidFill>
                  <a:schemeClr val="dk1"/>
                </a:solidFill>
                <a:latin typeface="Roboto"/>
                <a:ea typeface="Roboto"/>
                <a:cs typeface="Roboto"/>
                <a:sym typeface="Roboto"/>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60" name="Google Shape;60;p18"/>
          <p:cNvSpPr txBox="1"/>
          <p:nvPr>
            <p:ph idx="12" type="sldNum"/>
          </p:nvPr>
        </p:nvSpPr>
        <p:spPr>
          <a:xfrm>
            <a:off x="16916400" y="9581325"/>
            <a:ext cx="1733400" cy="370500"/>
          </a:xfrm>
          <a:prstGeom prst="rect">
            <a:avLst/>
          </a:prstGeom>
          <a:noFill/>
          <a:ln>
            <a:noFill/>
          </a:ln>
        </p:spPr>
        <p:txBody>
          <a:bodyPr anchorCtr="0" anchor="t" bIns="45700" lIns="91425" spcFirstLastPara="1" rIns="91425" wrap="square" tIns="45700">
            <a:noAutofit/>
          </a:bodyPr>
          <a:lstStyle>
            <a:lvl1pPr indent="0" lvl="0" marL="0" marR="0" rtl="0" algn="l">
              <a:buNone/>
              <a:defRPr b="1">
                <a:solidFill>
                  <a:schemeClr val="accent2"/>
                </a:solidFill>
                <a:latin typeface="Roboto"/>
                <a:ea typeface="Roboto"/>
                <a:cs typeface="Roboto"/>
                <a:sym typeface="Roboto"/>
              </a:defRPr>
            </a:lvl1pPr>
            <a:lvl2pPr indent="0" lvl="1" marL="0" marR="0" rtl="0" algn="l">
              <a:buNone/>
              <a:defRPr b="1">
                <a:solidFill>
                  <a:schemeClr val="accent2"/>
                </a:solidFill>
                <a:latin typeface="Roboto"/>
                <a:ea typeface="Roboto"/>
                <a:cs typeface="Roboto"/>
                <a:sym typeface="Roboto"/>
              </a:defRPr>
            </a:lvl2pPr>
            <a:lvl3pPr indent="0" lvl="2" marL="0" marR="0" rtl="0" algn="l">
              <a:buNone/>
              <a:defRPr b="1">
                <a:solidFill>
                  <a:schemeClr val="accent2"/>
                </a:solidFill>
                <a:latin typeface="Roboto"/>
                <a:ea typeface="Roboto"/>
                <a:cs typeface="Roboto"/>
                <a:sym typeface="Roboto"/>
              </a:defRPr>
            </a:lvl3pPr>
            <a:lvl4pPr indent="0" lvl="3" marL="0" marR="0" rtl="0" algn="l">
              <a:buNone/>
              <a:defRPr b="1">
                <a:solidFill>
                  <a:schemeClr val="accent2"/>
                </a:solidFill>
                <a:latin typeface="Roboto"/>
                <a:ea typeface="Roboto"/>
                <a:cs typeface="Roboto"/>
                <a:sym typeface="Roboto"/>
              </a:defRPr>
            </a:lvl4pPr>
            <a:lvl5pPr indent="0" lvl="4" marL="0" marR="0" rtl="0" algn="l">
              <a:buNone/>
              <a:defRPr b="1">
                <a:solidFill>
                  <a:schemeClr val="accent2"/>
                </a:solidFill>
                <a:latin typeface="Roboto"/>
                <a:ea typeface="Roboto"/>
                <a:cs typeface="Roboto"/>
                <a:sym typeface="Roboto"/>
              </a:defRPr>
            </a:lvl5pPr>
            <a:lvl6pPr indent="0" lvl="5" marL="0" marR="0" rtl="0" algn="l">
              <a:buNone/>
              <a:defRPr b="1">
                <a:solidFill>
                  <a:schemeClr val="accent2"/>
                </a:solidFill>
                <a:latin typeface="Roboto"/>
                <a:ea typeface="Roboto"/>
                <a:cs typeface="Roboto"/>
                <a:sym typeface="Roboto"/>
              </a:defRPr>
            </a:lvl6pPr>
            <a:lvl7pPr indent="0" lvl="6" marL="0" marR="0" rtl="0" algn="l">
              <a:buNone/>
              <a:defRPr b="1">
                <a:solidFill>
                  <a:schemeClr val="accent2"/>
                </a:solidFill>
                <a:latin typeface="Roboto"/>
                <a:ea typeface="Roboto"/>
                <a:cs typeface="Roboto"/>
                <a:sym typeface="Roboto"/>
              </a:defRPr>
            </a:lvl7pPr>
            <a:lvl8pPr indent="0" lvl="7" marL="0" marR="0" rtl="0" algn="l">
              <a:buNone/>
              <a:defRPr b="1">
                <a:solidFill>
                  <a:schemeClr val="accent2"/>
                </a:solidFill>
                <a:latin typeface="Roboto"/>
                <a:ea typeface="Roboto"/>
                <a:cs typeface="Roboto"/>
                <a:sym typeface="Roboto"/>
              </a:defRPr>
            </a:lvl8pPr>
            <a:lvl9pPr indent="0" lvl="8" marL="0" marR="0" rtl="0" algn="l">
              <a:buNone/>
              <a:defRPr b="1">
                <a:solidFill>
                  <a:schemeClr val="accent2"/>
                </a:solidFill>
                <a:latin typeface="Roboto"/>
                <a:ea typeface="Roboto"/>
                <a:cs typeface="Roboto"/>
                <a:sym typeface="Roboto"/>
              </a:defRPr>
            </a:lvl9pPr>
          </a:lstStyle>
          <a:p>
            <a:pPr indent="0" lvl="0" marL="0" rtl="0" algn="l">
              <a:spcBef>
                <a:spcPts val="0"/>
              </a:spcBef>
              <a:spcAft>
                <a:spcPts val="0"/>
              </a:spcAft>
              <a:buNone/>
            </a:pPr>
            <a:r>
              <a:rPr lang="en-US"/>
              <a:t>0</a:t>
            </a:r>
            <a:fld id="{00000000-1234-1234-1234-123412341234}" type="slidenum">
              <a:rPr lang="en-US"/>
              <a:t>‹#›</a:t>
            </a:fld>
            <a:endParaRPr/>
          </a:p>
        </p:txBody>
      </p:sp>
      <p:cxnSp>
        <p:nvCxnSpPr>
          <p:cNvPr id="61" name="Google Shape;61;p18"/>
          <p:cNvCxnSpPr/>
          <p:nvPr/>
        </p:nvCxnSpPr>
        <p:spPr>
          <a:xfrm>
            <a:off x="704850" y="685800"/>
            <a:ext cx="0" cy="1028700"/>
          </a:xfrm>
          <a:prstGeom prst="straightConnector1">
            <a:avLst/>
          </a:prstGeom>
          <a:noFill/>
          <a:ln cap="flat" cmpd="sng" w="63500">
            <a:solidFill>
              <a:schemeClr val="accent1"/>
            </a:solidFill>
            <a:prstDash val="solid"/>
            <a:miter lim="800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S OPT-17" showMasterSp="0">
  <p:cSld name="DEVICES OPT-17">
    <p:spTree>
      <p:nvGrpSpPr>
        <p:cNvPr id="62" name="Shape 62"/>
        <p:cNvGrpSpPr/>
        <p:nvPr/>
      </p:nvGrpSpPr>
      <p:grpSpPr>
        <a:xfrm>
          <a:off x="0" y="0"/>
          <a:ext cx="0" cy="0"/>
          <a:chOff x="0" y="0"/>
          <a:chExt cx="0" cy="0"/>
        </a:xfrm>
      </p:grpSpPr>
      <p:sp>
        <p:nvSpPr>
          <p:cNvPr id="63" name="Google Shape;63;p19"/>
          <p:cNvSpPr/>
          <p:nvPr>
            <p:ph idx="2" type="pic"/>
          </p:nvPr>
        </p:nvSpPr>
        <p:spPr>
          <a:xfrm>
            <a:off x="7175000" y="5605200"/>
            <a:ext cx="3708000" cy="20988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64" name="Google Shape;64;p19"/>
          <p:cNvSpPr/>
          <p:nvPr>
            <p:ph idx="3" type="pic"/>
          </p:nvPr>
        </p:nvSpPr>
        <p:spPr>
          <a:xfrm>
            <a:off x="5688200" y="7758000"/>
            <a:ext cx="439200" cy="7740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65" name="Google Shape;65;p19"/>
          <p:cNvSpPr/>
          <p:nvPr>
            <p:ph idx="4" type="pic"/>
          </p:nvPr>
        </p:nvSpPr>
        <p:spPr>
          <a:xfrm>
            <a:off x="6354200" y="7110000"/>
            <a:ext cx="1069200" cy="14112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66" name="Google Shape;66;p19"/>
          <p:cNvSpPr/>
          <p:nvPr>
            <p:ph idx="5" type="pic"/>
          </p:nvPr>
        </p:nvSpPr>
        <p:spPr>
          <a:xfrm>
            <a:off x="10483400" y="6843600"/>
            <a:ext cx="2512800" cy="15516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S OPT-21" showMasterSp="0">
  <p:cSld name="DEVICES OPT-21">
    <p:spTree>
      <p:nvGrpSpPr>
        <p:cNvPr id="67" name="Shape 67"/>
        <p:cNvGrpSpPr/>
        <p:nvPr/>
      </p:nvGrpSpPr>
      <p:grpSpPr>
        <a:xfrm>
          <a:off x="0" y="0"/>
          <a:ext cx="0" cy="0"/>
          <a:chOff x="0" y="0"/>
          <a:chExt cx="0" cy="0"/>
        </a:xfrm>
      </p:grpSpPr>
      <p:sp>
        <p:nvSpPr>
          <p:cNvPr id="68" name="Google Shape;68;p20"/>
          <p:cNvSpPr/>
          <p:nvPr>
            <p:ph idx="2" type="pic"/>
          </p:nvPr>
        </p:nvSpPr>
        <p:spPr>
          <a:xfrm>
            <a:off x="2710800" y="2178000"/>
            <a:ext cx="7664400" cy="43380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S OPT-18" showMasterSp="0">
  <p:cSld name="DEVICES OPT-18">
    <p:spTree>
      <p:nvGrpSpPr>
        <p:cNvPr id="69" name="Shape 69"/>
        <p:cNvGrpSpPr/>
        <p:nvPr/>
      </p:nvGrpSpPr>
      <p:grpSpPr>
        <a:xfrm>
          <a:off x="0" y="0"/>
          <a:ext cx="0" cy="0"/>
          <a:chOff x="0" y="0"/>
          <a:chExt cx="0" cy="0"/>
        </a:xfrm>
      </p:grpSpPr>
      <p:sp>
        <p:nvSpPr>
          <p:cNvPr id="70" name="Google Shape;70;p21"/>
          <p:cNvSpPr/>
          <p:nvPr>
            <p:ph idx="2" type="pic"/>
          </p:nvPr>
        </p:nvSpPr>
        <p:spPr>
          <a:xfrm>
            <a:off x="5796000" y="1537200"/>
            <a:ext cx="6742800" cy="41688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S OPT-19" showMasterSp="0">
  <p:cSld name="DEVICES OPT-19">
    <p:spTree>
      <p:nvGrpSpPr>
        <p:cNvPr id="71" name="Shape 71"/>
        <p:cNvGrpSpPr/>
        <p:nvPr/>
      </p:nvGrpSpPr>
      <p:grpSpPr>
        <a:xfrm>
          <a:off x="0" y="0"/>
          <a:ext cx="0" cy="0"/>
          <a:chOff x="0" y="0"/>
          <a:chExt cx="0" cy="0"/>
        </a:xfrm>
      </p:grpSpPr>
      <p:sp>
        <p:nvSpPr>
          <p:cNvPr id="72" name="Google Shape;72;p22"/>
          <p:cNvSpPr/>
          <p:nvPr>
            <p:ph idx="2" type="pic"/>
          </p:nvPr>
        </p:nvSpPr>
        <p:spPr>
          <a:xfrm>
            <a:off x="2646000" y="1753200"/>
            <a:ext cx="5004000" cy="6156000"/>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S OPT-20" showMasterSp="0">
  <p:cSld name="DEVICES OPT-20">
    <p:spTree>
      <p:nvGrpSpPr>
        <p:cNvPr id="73" name="Shape 73"/>
        <p:cNvGrpSpPr/>
        <p:nvPr/>
      </p:nvGrpSpPr>
      <p:grpSpPr>
        <a:xfrm>
          <a:off x="0" y="0"/>
          <a:ext cx="0" cy="0"/>
          <a:chOff x="0" y="0"/>
          <a:chExt cx="0" cy="0"/>
        </a:xfrm>
      </p:grpSpPr>
      <p:sp>
        <p:nvSpPr>
          <p:cNvPr id="74" name="Google Shape;74;p23"/>
          <p:cNvSpPr/>
          <p:nvPr>
            <p:ph idx="2" type="pic"/>
          </p:nvPr>
        </p:nvSpPr>
        <p:spPr>
          <a:xfrm>
            <a:off x="3761743" y="1272103"/>
            <a:ext cx="1785600" cy="3630000"/>
          </a:xfrm>
          <a:prstGeom prst="roundRect">
            <a:avLst>
              <a:gd fmla="val 10621" name="adj"/>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1600"/>
              <a:buFont typeface="Arial"/>
              <a:buChar char="•"/>
              <a:defRPr b="0" i="0" sz="16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75" name="Google Shape;75;p23"/>
          <p:cNvSpPr/>
          <p:nvPr>
            <p:ph idx="3" type="pic"/>
          </p:nvPr>
        </p:nvSpPr>
        <p:spPr>
          <a:xfrm>
            <a:off x="4958772" y="1597782"/>
            <a:ext cx="1465500" cy="2979600"/>
          </a:xfrm>
          <a:prstGeom prst="roundRect">
            <a:avLst>
              <a:gd fmla="val 10621" name="adj"/>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1600"/>
              <a:buFont typeface="Arial"/>
              <a:buChar char="•"/>
              <a:defRPr b="0" i="0" sz="16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76" name="Google Shape;76;p23"/>
          <p:cNvSpPr/>
          <p:nvPr>
            <p:ph idx="4" type="pic"/>
          </p:nvPr>
        </p:nvSpPr>
        <p:spPr>
          <a:xfrm>
            <a:off x="2884722" y="1597782"/>
            <a:ext cx="1465500" cy="2979600"/>
          </a:xfrm>
          <a:prstGeom prst="roundRect">
            <a:avLst>
              <a:gd fmla="val 10621" name="adj"/>
            </a:avLst>
          </a:prstGeom>
          <a:solidFill>
            <a:schemeClr val="accent1"/>
          </a:solidFill>
          <a:ln>
            <a:noFill/>
          </a:ln>
        </p:spPr>
        <p:txBody>
          <a:bodyPr anchorCtr="0" anchor="t" bIns="45700" lIns="91425" spcFirstLastPara="1" rIns="91425" wrap="square" tIns="45700">
            <a:noAutofit/>
          </a:bodyPr>
          <a:lstStyle>
            <a:lvl1pPr lvl="0" marR="0" rtl="0" algn="l">
              <a:lnSpc>
                <a:spcPct val="90000"/>
              </a:lnSpc>
              <a:spcBef>
                <a:spcPts val="1500"/>
              </a:spcBef>
              <a:spcAft>
                <a:spcPts val="0"/>
              </a:spcAft>
              <a:buClr>
                <a:schemeClr val="dk1"/>
              </a:buClr>
              <a:buSzPts val="1600"/>
              <a:buFont typeface="Arial"/>
              <a:buChar char="•"/>
              <a:defRPr b="0" i="0" sz="1600" u="none" cap="none" strike="noStrike">
                <a:solidFill>
                  <a:schemeClr val="dk1"/>
                </a:solidFill>
                <a:latin typeface="Roboto"/>
                <a:ea typeface="Roboto"/>
                <a:cs typeface="Roboto"/>
                <a:sym typeface="Roboto"/>
              </a:defRPr>
            </a:lvl1pPr>
            <a:lvl2pPr lvl="1"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lvl="2"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lvl="3"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lvl="4"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lvl="5"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lvl="6"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lvl="7"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lvl="8"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 wo title">
  <p:cSld name="DEFAULT SLIDE - wo title">
    <p:spTree>
      <p:nvGrpSpPr>
        <p:cNvPr id="77" name="Shape 77"/>
        <p:cNvGrpSpPr/>
        <p:nvPr/>
      </p:nvGrpSpPr>
      <p:grpSpPr>
        <a:xfrm>
          <a:off x="0" y="0"/>
          <a:ext cx="0" cy="0"/>
          <a:chOff x="0" y="0"/>
          <a:chExt cx="0" cy="0"/>
        </a:xfrm>
      </p:grpSpPr>
      <p:cxnSp>
        <p:nvCxnSpPr>
          <p:cNvPr id="78" name="Google Shape;78;p24"/>
          <p:cNvCxnSpPr/>
          <p:nvPr/>
        </p:nvCxnSpPr>
        <p:spPr>
          <a:xfrm>
            <a:off x="16744950" y="9186985"/>
            <a:ext cx="0" cy="742800"/>
          </a:xfrm>
          <a:prstGeom prst="straightConnector1">
            <a:avLst/>
          </a:prstGeom>
          <a:noFill/>
          <a:ln cap="flat" cmpd="sng" w="63500">
            <a:solidFill>
              <a:schemeClr val="accent1"/>
            </a:solidFill>
            <a:prstDash val="solid"/>
            <a:miter lim="800000"/>
            <a:headEnd len="sm" w="sm" type="none"/>
            <a:tailEnd len="sm" w="sm" type="none"/>
          </a:ln>
        </p:spPr>
      </p:cxnSp>
      <p:sp>
        <p:nvSpPr>
          <p:cNvPr id="79" name="Google Shape;79;p24"/>
          <p:cNvSpPr txBox="1"/>
          <p:nvPr>
            <p:ph idx="12" type="sldNum"/>
          </p:nvPr>
        </p:nvSpPr>
        <p:spPr>
          <a:xfrm>
            <a:off x="16916400" y="9572274"/>
            <a:ext cx="1733400" cy="3576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1" sz="2800">
                <a:solidFill>
                  <a:schemeClr val="accent2"/>
                </a:solidFill>
                <a:latin typeface="Roboto"/>
                <a:ea typeface="Roboto"/>
                <a:cs typeface="Roboto"/>
                <a:sym typeface="Roboto"/>
              </a:defRPr>
            </a:lvl1pPr>
            <a:lvl2pPr indent="0" lvl="1" marL="0" marR="0" rtl="0" algn="l">
              <a:spcBef>
                <a:spcPts val="0"/>
              </a:spcBef>
              <a:buNone/>
              <a:defRPr b="1" sz="2800">
                <a:solidFill>
                  <a:schemeClr val="accent2"/>
                </a:solidFill>
                <a:latin typeface="Roboto"/>
                <a:ea typeface="Roboto"/>
                <a:cs typeface="Roboto"/>
                <a:sym typeface="Roboto"/>
              </a:defRPr>
            </a:lvl2pPr>
            <a:lvl3pPr indent="0" lvl="2" marL="0" marR="0" rtl="0" algn="l">
              <a:spcBef>
                <a:spcPts val="0"/>
              </a:spcBef>
              <a:buNone/>
              <a:defRPr b="1" sz="2800">
                <a:solidFill>
                  <a:schemeClr val="accent2"/>
                </a:solidFill>
                <a:latin typeface="Roboto"/>
                <a:ea typeface="Roboto"/>
                <a:cs typeface="Roboto"/>
                <a:sym typeface="Roboto"/>
              </a:defRPr>
            </a:lvl3pPr>
            <a:lvl4pPr indent="0" lvl="3" marL="0" marR="0" rtl="0" algn="l">
              <a:spcBef>
                <a:spcPts val="0"/>
              </a:spcBef>
              <a:buNone/>
              <a:defRPr b="1" sz="2800">
                <a:solidFill>
                  <a:schemeClr val="accent2"/>
                </a:solidFill>
                <a:latin typeface="Roboto"/>
                <a:ea typeface="Roboto"/>
                <a:cs typeface="Roboto"/>
                <a:sym typeface="Roboto"/>
              </a:defRPr>
            </a:lvl4pPr>
            <a:lvl5pPr indent="0" lvl="4" marL="0" marR="0" rtl="0" algn="l">
              <a:spcBef>
                <a:spcPts val="0"/>
              </a:spcBef>
              <a:buNone/>
              <a:defRPr b="1" sz="2800">
                <a:solidFill>
                  <a:schemeClr val="accent2"/>
                </a:solidFill>
                <a:latin typeface="Roboto"/>
                <a:ea typeface="Roboto"/>
                <a:cs typeface="Roboto"/>
                <a:sym typeface="Roboto"/>
              </a:defRPr>
            </a:lvl5pPr>
            <a:lvl6pPr indent="0" lvl="5" marL="0" marR="0" rtl="0" algn="l">
              <a:spcBef>
                <a:spcPts val="0"/>
              </a:spcBef>
              <a:buNone/>
              <a:defRPr b="1" sz="2800">
                <a:solidFill>
                  <a:schemeClr val="accent2"/>
                </a:solidFill>
                <a:latin typeface="Roboto"/>
                <a:ea typeface="Roboto"/>
                <a:cs typeface="Roboto"/>
                <a:sym typeface="Roboto"/>
              </a:defRPr>
            </a:lvl6pPr>
            <a:lvl7pPr indent="0" lvl="6" marL="0" marR="0" rtl="0" algn="l">
              <a:spcBef>
                <a:spcPts val="0"/>
              </a:spcBef>
              <a:buNone/>
              <a:defRPr b="1" sz="2800">
                <a:solidFill>
                  <a:schemeClr val="accent2"/>
                </a:solidFill>
                <a:latin typeface="Roboto"/>
                <a:ea typeface="Roboto"/>
                <a:cs typeface="Roboto"/>
                <a:sym typeface="Roboto"/>
              </a:defRPr>
            </a:lvl7pPr>
            <a:lvl8pPr indent="0" lvl="7" marL="0" marR="0" rtl="0" algn="l">
              <a:spcBef>
                <a:spcPts val="0"/>
              </a:spcBef>
              <a:buNone/>
              <a:defRPr b="1" sz="2800">
                <a:solidFill>
                  <a:schemeClr val="accent2"/>
                </a:solidFill>
                <a:latin typeface="Roboto"/>
                <a:ea typeface="Roboto"/>
                <a:cs typeface="Roboto"/>
                <a:sym typeface="Roboto"/>
              </a:defRPr>
            </a:lvl8pPr>
            <a:lvl9pPr indent="0" lvl="8" marL="0" marR="0" rtl="0" algn="l">
              <a:spcBef>
                <a:spcPts val="0"/>
              </a:spcBef>
              <a:buNone/>
              <a:defRPr b="1" sz="2800">
                <a:solidFill>
                  <a:schemeClr val="accent2"/>
                </a:solidFill>
                <a:latin typeface="Roboto"/>
                <a:ea typeface="Roboto"/>
                <a:cs typeface="Roboto"/>
                <a:sym typeface="Roboto"/>
              </a:defRPr>
            </a:lvl9pPr>
          </a:lstStyle>
          <a:p>
            <a:pPr indent="0" lvl="0" marL="0" rtl="0" algn="l">
              <a:spcBef>
                <a:spcPts val="0"/>
              </a:spcBef>
              <a:spcAft>
                <a:spcPts val="0"/>
              </a:spcAft>
              <a:buNone/>
            </a:pPr>
            <a:r>
              <a:rPr lang="en-US"/>
              <a:t>page</a:t>
            </a:r>
            <a:endParaRPr sz="1600"/>
          </a:p>
          <a:p>
            <a:pPr indent="0" lvl="0" marL="0" rtl="0" algn="l">
              <a:spcBef>
                <a:spcPts val="0"/>
              </a:spcBef>
              <a:spcAft>
                <a:spcPts val="0"/>
              </a:spcAft>
              <a:buNone/>
            </a:pPr>
            <a:r>
              <a:rPr lang="en-US"/>
              <a:t>0</a:t>
            </a: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EFAULT SLIDE">
  <p:cSld name="1_DEFAULT SLIDE">
    <p:spTree>
      <p:nvGrpSpPr>
        <p:cNvPr id="80" name="Shape 80"/>
        <p:cNvGrpSpPr/>
        <p:nvPr/>
      </p:nvGrpSpPr>
      <p:grpSpPr>
        <a:xfrm>
          <a:off x="0" y="0"/>
          <a:ext cx="0" cy="0"/>
          <a:chOff x="0" y="0"/>
          <a:chExt cx="0" cy="0"/>
        </a:xfrm>
      </p:grpSpPr>
      <p:cxnSp>
        <p:nvCxnSpPr>
          <p:cNvPr id="81" name="Google Shape;81;p25"/>
          <p:cNvCxnSpPr/>
          <p:nvPr/>
        </p:nvCxnSpPr>
        <p:spPr>
          <a:xfrm>
            <a:off x="16783050" y="685800"/>
            <a:ext cx="0" cy="1028700"/>
          </a:xfrm>
          <a:prstGeom prst="straightConnector1">
            <a:avLst/>
          </a:prstGeom>
          <a:noFill/>
          <a:ln cap="flat" cmpd="sng" w="63500">
            <a:solidFill>
              <a:schemeClr val="accent1"/>
            </a:solidFill>
            <a:prstDash val="solid"/>
            <a:miter lim="800000"/>
            <a:headEnd len="sm" w="sm" type="none"/>
            <a:tailEnd len="sm" w="sm" type="none"/>
          </a:ln>
        </p:spPr>
      </p:cxnSp>
      <p:sp>
        <p:nvSpPr>
          <p:cNvPr id="82" name="Google Shape;82;p25"/>
          <p:cNvSpPr txBox="1"/>
          <p:nvPr>
            <p:ph type="title"/>
          </p:nvPr>
        </p:nvSpPr>
        <p:spPr>
          <a:xfrm>
            <a:off x="11125200" y="571411"/>
            <a:ext cx="5448300" cy="1338900"/>
          </a:xfrm>
          <a:prstGeom prst="rect">
            <a:avLst/>
          </a:prstGeom>
          <a:noFill/>
          <a:ln>
            <a:noFill/>
          </a:ln>
        </p:spPr>
        <p:txBody>
          <a:bodyPr anchorCtr="0" anchor="t" bIns="45700" lIns="91425" spcFirstLastPara="1" rIns="91425" wrap="square" tIns="45700">
            <a:noAutofit/>
          </a:bodyPr>
          <a:lstStyle>
            <a:lvl1pPr lvl="0" marR="0" rtl="0" algn="r">
              <a:lnSpc>
                <a:spcPct val="90000"/>
              </a:lnSpc>
              <a:spcBef>
                <a:spcPts val="0"/>
              </a:spcBef>
              <a:spcAft>
                <a:spcPts val="0"/>
              </a:spcAft>
              <a:buClr>
                <a:schemeClr val="dk1"/>
              </a:buClr>
              <a:buSzPts val="4500"/>
              <a:buFont typeface="Roboto"/>
              <a:buNone/>
              <a:defRPr b="1" i="0" sz="4500" u="none" cap="none" strike="noStrike">
                <a:solidFill>
                  <a:schemeClr val="dk1"/>
                </a:solidFill>
                <a:latin typeface="Roboto"/>
                <a:ea typeface="Roboto"/>
                <a:cs typeface="Roboto"/>
                <a:sym typeface="Roboto"/>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83" name="Google Shape;83;p25"/>
          <p:cNvSpPr txBox="1"/>
          <p:nvPr>
            <p:ph idx="12" type="sldNum"/>
          </p:nvPr>
        </p:nvSpPr>
        <p:spPr>
          <a:xfrm>
            <a:off x="16916400" y="9572274"/>
            <a:ext cx="1733400" cy="357600"/>
          </a:xfrm>
          <a:prstGeom prst="rect">
            <a:avLst/>
          </a:prstGeom>
          <a:noFill/>
          <a:ln>
            <a:noFill/>
          </a:ln>
        </p:spPr>
        <p:txBody>
          <a:bodyPr anchorCtr="0" anchor="t" bIns="45700" lIns="91425" spcFirstLastPara="1" rIns="91425" wrap="square" tIns="45700">
            <a:noAutofit/>
          </a:bodyPr>
          <a:lstStyle>
            <a:lvl1pPr indent="0" lvl="0" marL="0" marR="0" rtl="0" algn="l">
              <a:buNone/>
              <a:defRPr b="1">
                <a:solidFill>
                  <a:schemeClr val="accent2"/>
                </a:solidFill>
                <a:latin typeface="Roboto"/>
                <a:ea typeface="Roboto"/>
                <a:cs typeface="Roboto"/>
                <a:sym typeface="Roboto"/>
              </a:defRPr>
            </a:lvl1pPr>
            <a:lvl2pPr indent="0" lvl="1" marL="0" marR="0" rtl="0" algn="l">
              <a:buNone/>
              <a:defRPr b="1">
                <a:solidFill>
                  <a:schemeClr val="accent2"/>
                </a:solidFill>
                <a:latin typeface="Roboto"/>
                <a:ea typeface="Roboto"/>
                <a:cs typeface="Roboto"/>
                <a:sym typeface="Roboto"/>
              </a:defRPr>
            </a:lvl2pPr>
            <a:lvl3pPr indent="0" lvl="2" marL="0" marR="0" rtl="0" algn="l">
              <a:buNone/>
              <a:defRPr b="1">
                <a:solidFill>
                  <a:schemeClr val="accent2"/>
                </a:solidFill>
                <a:latin typeface="Roboto"/>
                <a:ea typeface="Roboto"/>
                <a:cs typeface="Roboto"/>
                <a:sym typeface="Roboto"/>
              </a:defRPr>
            </a:lvl3pPr>
            <a:lvl4pPr indent="0" lvl="3" marL="0" marR="0" rtl="0" algn="l">
              <a:buNone/>
              <a:defRPr b="1">
                <a:solidFill>
                  <a:schemeClr val="accent2"/>
                </a:solidFill>
                <a:latin typeface="Roboto"/>
                <a:ea typeface="Roboto"/>
                <a:cs typeface="Roboto"/>
                <a:sym typeface="Roboto"/>
              </a:defRPr>
            </a:lvl4pPr>
            <a:lvl5pPr indent="0" lvl="4" marL="0" marR="0" rtl="0" algn="l">
              <a:buNone/>
              <a:defRPr b="1">
                <a:solidFill>
                  <a:schemeClr val="accent2"/>
                </a:solidFill>
                <a:latin typeface="Roboto"/>
                <a:ea typeface="Roboto"/>
                <a:cs typeface="Roboto"/>
                <a:sym typeface="Roboto"/>
              </a:defRPr>
            </a:lvl5pPr>
            <a:lvl6pPr indent="0" lvl="5" marL="0" marR="0" rtl="0" algn="l">
              <a:buNone/>
              <a:defRPr b="1">
                <a:solidFill>
                  <a:schemeClr val="accent2"/>
                </a:solidFill>
                <a:latin typeface="Roboto"/>
                <a:ea typeface="Roboto"/>
                <a:cs typeface="Roboto"/>
                <a:sym typeface="Roboto"/>
              </a:defRPr>
            </a:lvl6pPr>
            <a:lvl7pPr indent="0" lvl="6" marL="0" marR="0" rtl="0" algn="l">
              <a:buNone/>
              <a:defRPr b="1">
                <a:solidFill>
                  <a:schemeClr val="accent2"/>
                </a:solidFill>
                <a:latin typeface="Roboto"/>
                <a:ea typeface="Roboto"/>
                <a:cs typeface="Roboto"/>
                <a:sym typeface="Roboto"/>
              </a:defRPr>
            </a:lvl7pPr>
            <a:lvl8pPr indent="0" lvl="7" marL="0" marR="0" rtl="0" algn="l">
              <a:buNone/>
              <a:defRPr b="1">
                <a:solidFill>
                  <a:schemeClr val="accent2"/>
                </a:solidFill>
                <a:latin typeface="Roboto"/>
                <a:ea typeface="Roboto"/>
                <a:cs typeface="Roboto"/>
                <a:sym typeface="Roboto"/>
              </a:defRPr>
            </a:lvl8pPr>
            <a:lvl9pPr indent="0" lvl="8" marL="0" marR="0" rtl="0" algn="l">
              <a:buNone/>
              <a:defRPr b="1">
                <a:solidFill>
                  <a:schemeClr val="accent2"/>
                </a:solidFill>
                <a:latin typeface="Roboto"/>
                <a:ea typeface="Roboto"/>
                <a:cs typeface="Roboto"/>
                <a:sym typeface="Roboto"/>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OP SLIDE">
  <p:cSld name="DARK TOP SLIDE">
    <p:spTree>
      <p:nvGrpSpPr>
        <p:cNvPr id="84" name="Shape 84"/>
        <p:cNvGrpSpPr/>
        <p:nvPr/>
      </p:nvGrpSpPr>
      <p:grpSpPr>
        <a:xfrm>
          <a:off x="0" y="0"/>
          <a:ext cx="0" cy="0"/>
          <a:chOff x="0" y="0"/>
          <a:chExt cx="0" cy="0"/>
        </a:xfrm>
      </p:grpSpPr>
      <p:sp>
        <p:nvSpPr>
          <p:cNvPr id="85" name="Google Shape;85;p26"/>
          <p:cNvSpPr/>
          <p:nvPr/>
        </p:nvSpPr>
        <p:spPr>
          <a:xfrm>
            <a:off x="0" y="0"/>
            <a:ext cx="18288000" cy="5143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1"/>
              </a:solidFill>
              <a:latin typeface="Roboto"/>
              <a:ea typeface="Roboto"/>
              <a:cs typeface="Roboto"/>
              <a:sym typeface="Roboto"/>
            </a:endParaRPr>
          </a:p>
        </p:txBody>
      </p:sp>
      <p:cxnSp>
        <p:nvCxnSpPr>
          <p:cNvPr id="86" name="Google Shape;86;p26"/>
          <p:cNvCxnSpPr/>
          <p:nvPr/>
        </p:nvCxnSpPr>
        <p:spPr>
          <a:xfrm>
            <a:off x="704850" y="685800"/>
            <a:ext cx="0" cy="1028700"/>
          </a:xfrm>
          <a:prstGeom prst="straightConnector1">
            <a:avLst/>
          </a:prstGeom>
          <a:noFill/>
          <a:ln cap="flat" cmpd="sng" w="63500">
            <a:solidFill>
              <a:schemeClr val="accent1"/>
            </a:solidFill>
            <a:prstDash val="solid"/>
            <a:miter lim="800000"/>
            <a:headEnd len="sm" w="sm" type="none"/>
            <a:tailEnd len="sm" w="sm" type="none"/>
          </a:ln>
        </p:spPr>
      </p:cxnSp>
      <p:sp>
        <p:nvSpPr>
          <p:cNvPr id="87" name="Google Shape;87;p26"/>
          <p:cNvSpPr txBox="1"/>
          <p:nvPr>
            <p:ph type="title"/>
          </p:nvPr>
        </p:nvSpPr>
        <p:spPr>
          <a:xfrm>
            <a:off x="876300" y="571411"/>
            <a:ext cx="5448300" cy="133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2"/>
              </a:buClr>
              <a:buSzPts val="4500"/>
              <a:buFont typeface="Roboto"/>
              <a:buNone/>
              <a:defRPr b="1" i="0" sz="4500" u="none" cap="none" strike="noStrike">
                <a:solidFill>
                  <a:schemeClr val="lt2"/>
                </a:solidFill>
                <a:latin typeface="Roboto"/>
                <a:ea typeface="Roboto"/>
                <a:cs typeface="Roboto"/>
                <a:sym typeface="Roboto"/>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88" name="Google Shape;88;p26"/>
          <p:cNvSpPr txBox="1"/>
          <p:nvPr>
            <p:ph idx="12" type="sldNum"/>
          </p:nvPr>
        </p:nvSpPr>
        <p:spPr>
          <a:xfrm>
            <a:off x="16916400" y="9481925"/>
            <a:ext cx="1733400" cy="442800"/>
          </a:xfrm>
          <a:prstGeom prst="rect">
            <a:avLst/>
          </a:prstGeom>
          <a:noFill/>
          <a:ln>
            <a:noFill/>
          </a:ln>
        </p:spPr>
        <p:txBody>
          <a:bodyPr anchorCtr="0" anchor="ctr" bIns="45700" lIns="91425" spcFirstLastPara="1" rIns="91425" wrap="square" tIns="45700">
            <a:noAutofit/>
          </a:bodyPr>
          <a:lstStyle>
            <a:lvl1pPr indent="0" lvl="0" marL="0" marR="0" rtl="0" algn="l">
              <a:buNone/>
              <a:defRPr b="1">
                <a:solidFill>
                  <a:schemeClr val="accent2"/>
                </a:solidFill>
                <a:latin typeface="Roboto"/>
                <a:ea typeface="Roboto"/>
                <a:cs typeface="Roboto"/>
                <a:sym typeface="Roboto"/>
              </a:defRPr>
            </a:lvl1pPr>
            <a:lvl2pPr indent="0" lvl="1" marL="0" marR="0" rtl="0" algn="l">
              <a:buNone/>
              <a:defRPr b="1">
                <a:solidFill>
                  <a:schemeClr val="accent2"/>
                </a:solidFill>
                <a:latin typeface="Roboto"/>
                <a:ea typeface="Roboto"/>
                <a:cs typeface="Roboto"/>
                <a:sym typeface="Roboto"/>
              </a:defRPr>
            </a:lvl2pPr>
            <a:lvl3pPr indent="0" lvl="2" marL="0" marR="0" rtl="0" algn="l">
              <a:buNone/>
              <a:defRPr b="1">
                <a:solidFill>
                  <a:schemeClr val="accent2"/>
                </a:solidFill>
                <a:latin typeface="Roboto"/>
                <a:ea typeface="Roboto"/>
                <a:cs typeface="Roboto"/>
                <a:sym typeface="Roboto"/>
              </a:defRPr>
            </a:lvl3pPr>
            <a:lvl4pPr indent="0" lvl="3" marL="0" marR="0" rtl="0" algn="l">
              <a:buNone/>
              <a:defRPr b="1">
                <a:solidFill>
                  <a:schemeClr val="accent2"/>
                </a:solidFill>
                <a:latin typeface="Roboto"/>
                <a:ea typeface="Roboto"/>
                <a:cs typeface="Roboto"/>
                <a:sym typeface="Roboto"/>
              </a:defRPr>
            </a:lvl4pPr>
            <a:lvl5pPr indent="0" lvl="4" marL="0" marR="0" rtl="0" algn="l">
              <a:buNone/>
              <a:defRPr b="1">
                <a:solidFill>
                  <a:schemeClr val="accent2"/>
                </a:solidFill>
                <a:latin typeface="Roboto"/>
                <a:ea typeface="Roboto"/>
                <a:cs typeface="Roboto"/>
                <a:sym typeface="Roboto"/>
              </a:defRPr>
            </a:lvl5pPr>
            <a:lvl6pPr indent="0" lvl="5" marL="0" marR="0" rtl="0" algn="l">
              <a:buNone/>
              <a:defRPr b="1">
                <a:solidFill>
                  <a:schemeClr val="accent2"/>
                </a:solidFill>
                <a:latin typeface="Roboto"/>
                <a:ea typeface="Roboto"/>
                <a:cs typeface="Roboto"/>
                <a:sym typeface="Roboto"/>
              </a:defRPr>
            </a:lvl6pPr>
            <a:lvl7pPr indent="0" lvl="6" marL="0" marR="0" rtl="0" algn="l">
              <a:buNone/>
              <a:defRPr b="1">
                <a:solidFill>
                  <a:schemeClr val="accent2"/>
                </a:solidFill>
                <a:latin typeface="Roboto"/>
                <a:ea typeface="Roboto"/>
                <a:cs typeface="Roboto"/>
                <a:sym typeface="Roboto"/>
              </a:defRPr>
            </a:lvl7pPr>
            <a:lvl8pPr indent="0" lvl="7" marL="0" marR="0" rtl="0" algn="l">
              <a:buNone/>
              <a:defRPr b="1">
                <a:solidFill>
                  <a:schemeClr val="accent2"/>
                </a:solidFill>
                <a:latin typeface="Roboto"/>
                <a:ea typeface="Roboto"/>
                <a:cs typeface="Roboto"/>
                <a:sym typeface="Roboto"/>
              </a:defRPr>
            </a:lvl8pPr>
            <a:lvl9pPr indent="0" lvl="8" marL="0" marR="0" rtl="0" algn="l">
              <a:buNone/>
              <a:defRPr b="1">
                <a:solidFill>
                  <a:schemeClr val="accent2"/>
                </a:solidFill>
                <a:latin typeface="Roboto"/>
                <a:ea typeface="Roboto"/>
                <a:cs typeface="Roboto"/>
                <a:sym typeface="Roboto"/>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MIDDLE">
  <p:cSld name="DARK MIDDLE">
    <p:spTree>
      <p:nvGrpSpPr>
        <p:cNvPr id="89" name="Shape 89"/>
        <p:cNvGrpSpPr/>
        <p:nvPr/>
      </p:nvGrpSpPr>
      <p:grpSpPr>
        <a:xfrm>
          <a:off x="0" y="0"/>
          <a:ext cx="0" cy="0"/>
          <a:chOff x="0" y="0"/>
          <a:chExt cx="0" cy="0"/>
        </a:xfrm>
      </p:grpSpPr>
      <p:sp>
        <p:nvSpPr>
          <p:cNvPr id="90" name="Google Shape;90;p27"/>
          <p:cNvSpPr txBox="1"/>
          <p:nvPr>
            <p:ph type="title"/>
          </p:nvPr>
        </p:nvSpPr>
        <p:spPr>
          <a:xfrm>
            <a:off x="876300" y="571411"/>
            <a:ext cx="5448300" cy="133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500"/>
              <a:buFont typeface="Roboto"/>
              <a:buNone/>
              <a:defRPr b="1" i="0" sz="4500" u="none" cap="none" strike="noStrike">
                <a:solidFill>
                  <a:schemeClr val="dk1"/>
                </a:solidFill>
                <a:latin typeface="Roboto"/>
                <a:ea typeface="Roboto"/>
                <a:cs typeface="Roboto"/>
                <a:sym typeface="Roboto"/>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1" name="Google Shape;91;p27"/>
          <p:cNvSpPr/>
          <p:nvPr/>
        </p:nvSpPr>
        <p:spPr>
          <a:xfrm>
            <a:off x="0" y="2400300"/>
            <a:ext cx="18288000" cy="54864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1"/>
              </a:solidFill>
              <a:latin typeface="Roboto"/>
              <a:ea typeface="Roboto"/>
              <a:cs typeface="Roboto"/>
              <a:sym typeface="Roboto"/>
            </a:endParaRPr>
          </a:p>
        </p:txBody>
      </p:sp>
      <p:cxnSp>
        <p:nvCxnSpPr>
          <p:cNvPr id="92" name="Google Shape;92;p27"/>
          <p:cNvCxnSpPr/>
          <p:nvPr/>
        </p:nvCxnSpPr>
        <p:spPr>
          <a:xfrm>
            <a:off x="704850" y="685800"/>
            <a:ext cx="0" cy="1028700"/>
          </a:xfrm>
          <a:prstGeom prst="straightConnector1">
            <a:avLst/>
          </a:prstGeom>
          <a:noFill/>
          <a:ln cap="flat" cmpd="sng" w="63500">
            <a:solidFill>
              <a:schemeClr val="accent1"/>
            </a:solidFill>
            <a:prstDash val="solid"/>
            <a:miter lim="800000"/>
            <a:headEnd len="sm" w="sm" type="none"/>
            <a:tailEnd len="sm" w="sm" type="none"/>
          </a:ln>
        </p:spPr>
      </p:cxnSp>
      <p:sp>
        <p:nvSpPr>
          <p:cNvPr id="93" name="Google Shape;93;p27"/>
          <p:cNvSpPr txBox="1"/>
          <p:nvPr>
            <p:ph idx="12" type="sldNum"/>
          </p:nvPr>
        </p:nvSpPr>
        <p:spPr>
          <a:xfrm>
            <a:off x="16916400" y="9481925"/>
            <a:ext cx="1733400" cy="442800"/>
          </a:xfrm>
          <a:prstGeom prst="rect">
            <a:avLst/>
          </a:prstGeom>
          <a:noFill/>
          <a:ln>
            <a:noFill/>
          </a:ln>
        </p:spPr>
        <p:txBody>
          <a:bodyPr anchorCtr="0" anchor="ctr" bIns="45700" lIns="91425" spcFirstLastPara="1" rIns="91425" wrap="square" tIns="45700">
            <a:noAutofit/>
          </a:bodyPr>
          <a:lstStyle>
            <a:lvl1pPr indent="0" lvl="0" marL="0" marR="0" rtl="0" algn="l">
              <a:buNone/>
              <a:defRPr b="1">
                <a:solidFill>
                  <a:schemeClr val="accent2"/>
                </a:solidFill>
                <a:latin typeface="Roboto"/>
                <a:ea typeface="Roboto"/>
                <a:cs typeface="Roboto"/>
                <a:sym typeface="Roboto"/>
              </a:defRPr>
            </a:lvl1pPr>
            <a:lvl2pPr indent="0" lvl="1" marL="0" marR="0" rtl="0" algn="l">
              <a:buNone/>
              <a:defRPr b="1">
                <a:solidFill>
                  <a:schemeClr val="accent2"/>
                </a:solidFill>
                <a:latin typeface="Roboto"/>
                <a:ea typeface="Roboto"/>
                <a:cs typeface="Roboto"/>
                <a:sym typeface="Roboto"/>
              </a:defRPr>
            </a:lvl2pPr>
            <a:lvl3pPr indent="0" lvl="2" marL="0" marR="0" rtl="0" algn="l">
              <a:buNone/>
              <a:defRPr b="1">
                <a:solidFill>
                  <a:schemeClr val="accent2"/>
                </a:solidFill>
                <a:latin typeface="Roboto"/>
                <a:ea typeface="Roboto"/>
                <a:cs typeface="Roboto"/>
                <a:sym typeface="Roboto"/>
              </a:defRPr>
            </a:lvl3pPr>
            <a:lvl4pPr indent="0" lvl="3" marL="0" marR="0" rtl="0" algn="l">
              <a:buNone/>
              <a:defRPr b="1">
                <a:solidFill>
                  <a:schemeClr val="accent2"/>
                </a:solidFill>
                <a:latin typeface="Roboto"/>
                <a:ea typeface="Roboto"/>
                <a:cs typeface="Roboto"/>
                <a:sym typeface="Roboto"/>
              </a:defRPr>
            </a:lvl4pPr>
            <a:lvl5pPr indent="0" lvl="4" marL="0" marR="0" rtl="0" algn="l">
              <a:buNone/>
              <a:defRPr b="1">
                <a:solidFill>
                  <a:schemeClr val="accent2"/>
                </a:solidFill>
                <a:latin typeface="Roboto"/>
                <a:ea typeface="Roboto"/>
                <a:cs typeface="Roboto"/>
                <a:sym typeface="Roboto"/>
              </a:defRPr>
            </a:lvl5pPr>
            <a:lvl6pPr indent="0" lvl="5" marL="0" marR="0" rtl="0" algn="l">
              <a:buNone/>
              <a:defRPr b="1">
                <a:solidFill>
                  <a:schemeClr val="accent2"/>
                </a:solidFill>
                <a:latin typeface="Roboto"/>
                <a:ea typeface="Roboto"/>
                <a:cs typeface="Roboto"/>
                <a:sym typeface="Roboto"/>
              </a:defRPr>
            </a:lvl6pPr>
            <a:lvl7pPr indent="0" lvl="6" marL="0" marR="0" rtl="0" algn="l">
              <a:buNone/>
              <a:defRPr b="1">
                <a:solidFill>
                  <a:schemeClr val="accent2"/>
                </a:solidFill>
                <a:latin typeface="Roboto"/>
                <a:ea typeface="Roboto"/>
                <a:cs typeface="Roboto"/>
                <a:sym typeface="Roboto"/>
              </a:defRPr>
            </a:lvl7pPr>
            <a:lvl8pPr indent="0" lvl="7" marL="0" marR="0" rtl="0" algn="l">
              <a:buNone/>
              <a:defRPr b="1">
                <a:solidFill>
                  <a:schemeClr val="accent2"/>
                </a:solidFill>
                <a:latin typeface="Roboto"/>
                <a:ea typeface="Roboto"/>
                <a:cs typeface="Roboto"/>
                <a:sym typeface="Roboto"/>
              </a:defRPr>
            </a:lvl8pPr>
            <a:lvl9pPr indent="0" lvl="8" marL="0" marR="0" rtl="0" algn="l">
              <a:buNone/>
              <a:defRPr b="1">
                <a:solidFill>
                  <a:schemeClr val="accent2"/>
                </a:solidFill>
                <a:latin typeface="Roboto"/>
                <a:ea typeface="Roboto"/>
                <a:cs typeface="Roboto"/>
                <a:sym typeface="Roboto"/>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_1">
    <p:spTree>
      <p:nvGrpSpPr>
        <p:cNvPr id="94" name="Shape 94"/>
        <p:cNvGrpSpPr/>
        <p:nvPr/>
      </p:nvGrpSpPr>
      <p:grpSpPr>
        <a:xfrm>
          <a:off x="0" y="0"/>
          <a:ext cx="0" cy="0"/>
          <a:chOff x="0" y="0"/>
          <a:chExt cx="0" cy="0"/>
        </a:xfrm>
      </p:grpSpPr>
      <p:sp>
        <p:nvSpPr>
          <p:cNvPr id="95" name="Google Shape;95;p28"/>
          <p:cNvSpPr txBox="1"/>
          <p:nvPr>
            <p:ph type="title"/>
          </p:nvPr>
        </p:nvSpPr>
        <p:spPr>
          <a:xfrm>
            <a:off x="1257300" y="588028"/>
            <a:ext cx="15773400" cy="1542900"/>
          </a:xfrm>
          <a:prstGeom prst="rect">
            <a:avLst/>
          </a:prstGeom>
          <a:noFill/>
          <a:ln>
            <a:noFill/>
          </a:ln>
        </p:spPr>
        <p:txBody>
          <a:bodyPr anchorCtr="0" anchor="t" bIns="68550" lIns="137150" spcFirstLastPara="1" rIns="137150" wrap="square" tIns="68550">
            <a:noAutofit/>
          </a:bodyPr>
          <a:lstStyle>
            <a:lvl1pPr lvl="0" marR="0" rtl="0" algn="ctr">
              <a:lnSpc>
                <a:spcPct val="90000"/>
              </a:lnSpc>
              <a:spcBef>
                <a:spcPts val="0"/>
              </a:spcBef>
              <a:spcAft>
                <a:spcPts val="0"/>
              </a:spcAft>
              <a:buClr>
                <a:srgbClr val="959595"/>
              </a:buClr>
              <a:buSzPts val="4800"/>
              <a:buFont typeface="Lato"/>
              <a:buNone/>
              <a:defRPr b="0" i="0" sz="4800" u="none" cap="none" strike="noStrike">
                <a:solidFill>
                  <a:srgbClr val="959595"/>
                </a:solidFill>
                <a:latin typeface="Lato"/>
                <a:ea typeface="Lato"/>
                <a:cs typeface="Lato"/>
                <a:sym typeface="Lato"/>
              </a:defRPr>
            </a:lvl1pPr>
            <a:lvl2pPr lvl="1"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2pPr>
            <a:lvl3pPr lvl="2"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3pPr>
            <a:lvl4pPr lvl="3"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4pPr>
            <a:lvl5pPr lvl="4"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5pPr>
            <a:lvl6pPr lvl="5"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6pPr>
            <a:lvl7pPr lvl="6"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7pPr>
            <a:lvl8pPr lvl="7"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8pPr>
            <a:lvl9pPr lvl="8" marR="0" rtl="0" algn="l">
              <a:lnSpc>
                <a:spcPct val="100000"/>
              </a:lnSpc>
              <a:spcBef>
                <a:spcPts val="0"/>
              </a:spcBef>
              <a:spcAft>
                <a:spcPts val="0"/>
              </a:spcAft>
              <a:buClr>
                <a:srgbClr val="959595"/>
              </a:buClr>
              <a:buSzPts val="2100"/>
              <a:buFont typeface="Arial"/>
              <a:buNone/>
              <a:defRPr b="0" i="0" sz="2700" u="none" cap="none" strike="noStrike">
                <a:solidFill>
                  <a:srgbClr val="959595"/>
                </a:solidFill>
                <a:latin typeface="Arial"/>
                <a:ea typeface="Arial"/>
                <a:cs typeface="Arial"/>
                <a:sym typeface="Arial"/>
              </a:defRPr>
            </a:lvl9pPr>
          </a:lstStyle>
          <a:p/>
        </p:txBody>
      </p:sp>
      <p:sp>
        <p:nvSpPr>
          <p:cNvPr id="96" name="Google Shape;96;p28"/>
          <p:cNvSpPr txBox="1"/>
          <p:nvPr>
            <p:ph idx="12" type="sldNum"/>
          </p:nvPr>
        </p:nvSpPr>
        <p:spPr>
          <a:xfrm>
            <a:off x="17306227" y="9292956"/>
            <a:ext cx="660600" cy="660600"/>
          </a:xfrm>
          <a:prstGeom prst="rect">
            <a:avLst/>
          </a:prstGeom>
          <a:solidFill>
            <a:schemeClr val="accent1">
              <a:alpha val="9020"/>
            </a:schemeClr>
          </a:solidFill>
          <a:ln>
            <a:noFill/>
          </a:ln>
        </p:spPr>
        <p:txBody>
          <a:bodyPr anchorCtr="0" anchor="ctr" bIns="68550" lIns="137150" spcFirstLastPara="1" rIns="137150" wrap="square" tIns="68550">
            <a:noAutofit/>
          </a:bodyPr>
          <a:lstStyle>
            <a:lvl1pPr indent="0" lvl="0"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1pPr>
            <a:lvl2pPr indent="0" lvl="1"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2pPr>
            <a:lvl3pPr indent="0" lvl="2"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3pPr>
            <a:lvl4pPr indent="0" lvl="3"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4pPr>
            <a:lvl5pPr indent="0" lvl="4"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5pPr>
            <a:lvl6pPr indent="0" lvl="5"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6pPr>
            <a:lvl7pPr indent="0" lvl="6"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7pPr>
            <a:lvl8pPr indent="0" lvl="7"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8pPr>
            <a:lvl9pPr indent="0" lvl="8" marL="0" marR="0" rtl="0" algn="ctr">
              <a:lnSpc>
                <a:spcPct val="100000"/>
              </a:lnSpc>
              <a:spcBef>
                <a:spcPts val="0"/>
              </a:spcBef>
              <a:spcAft>
                <a:spcPts val="0"/>
              </a:spcAft>
              <a:buClr>
                <a:srgbClr val="000000"/>
              </a:buClr>
              <a:buSzPts val="1800"/>
              <a:buFont typeface="Arial"/>
              <a:buNone/>
              <a:defRPr b="0" i="0" sz="1800" u="none" cap="none" strike="noStrike">
                <a:solidFill>
                  <a:srgbClr val="959595"/>
                </a:solidFill>
                <a:latin typeface="Open Sans Light"/>
                <a:ea typeface="Open Sans Light"/>
                <a:cs typeface="Open Sans Light"/>
                <a:sym typeface="Open Sans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1.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idx="12" type="sldNum"/>
          </p:nvPr>
        </p:nvSpPr>
        <p:spPr>
          <a:xfrm>
            <a:off x="16916400" y="9572274"/>
            <a:ext cx="1733400" cy="357600"/>
          </a:xfrm>
          <a:prstGeom prst="rect">
            <a:avLst/>
          </a:prstGeom>
          <a:noFill/>
          <a:ln>
            <a:noFill/>
          </a:ln>
        </p:spPr>
        <p:txBody>
          <a:bodyPr anchorCtr="0" anchor="b" bIns="45700" lIns="91425" spcFirstLastPara="1" rIns="91425" wrap="square" tIns="45700">
            <a:noAutofit/>
          </a:bodyPr>
          <a:lstStyle>
            <a:lvl1pPr indent="0" lvl="0" marL="0" marR="0" rtl="0" algn="l">
              <a:buNone/>
              <a:defRPr b="1" sz="1600" u="none">
                <a:solidFill>
                  <a:schemeClr val="accent2"/>
                </a:solidFill>
                <a:latin typeface="Roboto"/>
                <a:ea typeface="Roboto"/>
                <a:cs typeface="Roboto"/>
                <a:sym typeface="Roboto"/>
              </a:defRPr>
            </a:lvl1pPr>
            <a:lvl2pPr indent="0" lvl="1" marL="0" marR="0" rtl="0" algn="l">
              <a:buNone/>
              <a:defRPr b="1" sz="1600" u="none">
                <a:solidFill>
                  <a:schemeClr val="accent2"/>
                </a:solidFill>
                <a:latin typeface="Roboto"/>
                <a:ea typeface="Roboto"/>
                <a:cs typeface="Roboto"/>
                <a:sym typeface="Roboto"/>
              </a:defRPr>
            </a:lvl2pPr>
            <a:lvl3pPr indent="0" lvl="2" marL="0" marR="0" rtl="0" algn="l">
              <a:buNone/>
              <a:defRPr b="1" sz="1600" u="none">
                <a:solidFill>
                  <a:schemeClr val="accent2"/>
                </a:solidFill>
                <a:latin typeface="Roboto"/>
                <a:ea typeface="Roboto"/>
                <a:cs typeface="Roboto"/>
                <a:sym typeface="Roboto"/>
              </a:defRPr>
            </a:lvl3pPr>
            <a:lvl4pPr indent="0" lvl="3" marL="0" marR="0" rtl="0" algn="l">
              <a:buNone/>
              <a:defRPr b="1" sz="1600" u="none">
                <a:solidFill>
                  <a:schemeClr val="accent2"/>
                </a:solidFill>
                <a:latin typeface="Roboto"/>
                <a:ea typeface="Roboto"/>
                <a:cs typeface="Roboto"/>
                <a:sym typeface="Roboto"/>
              </a:defRPr>
            </a:lvl4pPr>
            <a:lvl5pPr indent="0" lvl="4" marL="0" marR="0" rtl="0" algn="l">
              <a:buNone/>
              <a:defRPr b="1" sz="1600" u="none">
                <a:solidFill>
                  <a:schemeClr val="accent2"/>
                </a:solidFill>
                <a:latin typeface="Roboto"/>
                <a:ea typeface="Roboto"/>
                <a:cs typeface="Roboto"/>
                <a:sym typeface="Roboto"/>
              </a:defRPr>
            </a:lvl5pPr>
            <a:lvl6pPr indent="0" lvl="5" marL="0" marR="0" rtl="0" algn="l">
              <a:buNone/>
              <a:defRPr b="1" sz="1600" u="none">
                <a:solidFill>
                  <a:schemeClr val="accent2"/>
                </a:solidFill>
                <a:latin typeface="Roboto"/>
                <a:ea typeface="Roboto"/>
                <a:cs typeface="Roboto"/>
                <a:sym typeface="Roboto"/>
              </a:defRPr>
            </a:lvl6pPr>
            <a:lvl7pPr indent="0" lvl="6" marL="0" marR="0" rtl="0" algn="l">
              <a:buNone/>
              <a:defRPr b="1" sz="1600" u="none">
                <a:solidFill>
                  <a:schemeClr val="accent2"/>
                </a:solidFill>
                <a:latin typeface="Roboto"/>
                <a:ea typeface="Roboto"/>
                <a:cs typeface="Roboto"/>
                <a:sym typeface="Roboto"/>
              </a:defRPr>
            </a:lvl7pPr>
            <a:lvl8pPr indent="0" lvl="7" marL="0" marR="0" rtl="0" algn="l">
              <a:buNone/>
              <a:defRPr b="1" sz="1600" u="none">
                <a:solidFill>
                  <a:schemeClr val="accent2"/>
                </a:solidFill>
                <a:latin typeface="Roboto"/>
                <a:ea typeface="Roboto"/>
                <a:cs typeface="Roboto"/>
                <a:sym typeface="Roboto"/>
              </a:defRPr>
            </a:lvl8pPr>
            <a:lvl9pPr indent="0" lvl="8" marL="0" marR="0" rtl="0" algn="l">
              <a:buNone/>
              <a:defRPr b="1" sz="1600" u="none">
                <a:solidFill>
                  <a:schemeClr val="accent2"/>
                </a:solidFill>
                <a:latin typeface="Roboto"/>
                <a:ea typeface="Roboto"/>
                <a:cs typeface="Roboto"/>
                <a:sym typeface="Roboto"/>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mc:AlternateContent>
    <mc:Choice Requires="p14">
      <p:transition spd="slow" p14:dur="1750">
        <p14:flip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5"/>
          <p:cNvSpPr txBox="1"/>
          <p:nvPr>
            <p:ph idx="12" type="sldNum"/>
          </p:nvPr>
        </p:nvSpPr>
        <p:spPr>
          <a:xfrm>
            <a:off x="16916400" y="9572274"/>
            <a:ext cx="1733400" cy="357600"/>
          </a:xfrm>
          <a:prstGeom prst="rect">
            <a:avLst/>
          </a:prstGeom>
          <a:noFill/>
          <a:ln>
            <a:noFill/>
          </a:ln>
        </p:spPr>
        <p:txBody>
          <a:bodyPr anchorCtr="0" anchor="b" bIns="45700" lIns="91425" spcFirstLastPara="1" rIns="91425" wrap="square" tIns="45700">
            <a:noAutofit/>
          </a:bodyPr>
          <a:lstStyle>
            <a:lvl1pPr indent="0" lvl="0" marL="0" marR="0" rtl="0" algn="l">
              <a:buNone/>
              <a:defRPr b="1" sz="1600" u="none">
                <a:solidFill>
                  <a:schemeClr val="accent2"/>
                </a:solidFill>
                <a:latin typeface="Roboto"/>
                <a:ea typeface="Roboto"/>
                <a:cs typeface="Roboto"/>
                <a:sym typeface="Roboto"/>
              </a:defRPr>
            </a:lvl1pPr>
            <a:lvl2pPr indent="0" lvl="1" marL="0" marR="0" rtl="0" algn="l">
              <a:buNone/>
              <a:defRPr b="1" sz="1600" u="none">
                <a:solidFill>
                  <a:schemeClr val="accent2"/>
                </a:solidFill>
                <a:latin typeface="Roboto"/>
                <a:ea typeface="Roboto"/>
                <a:cs typeface="Roboto"/>
                <a:sym typeface="Roboto"/>
              </a:defRPr>
            </a:lvl2pPr>
            <a:lvl3pPr indent="0" lvl="2" marL="0" marR="0" rtl="0" algn="l">
              <a:buNone/>
              <a:defRPr b="1" sz="1600" u="none">
                <a:solidFill>
                  <a:schemeClr val="accent2"/>
                </a:solidFill>
                <a:latin typeface="Roboto"/>
                <a:ea typeface="Roboto"/>
                <a:cs typeface="Roboto"/>
                <a:sym typeface="Roboto"/>
              </a:defRPr>
            </a:lvl3pPr>
            <a:lvl4pPr indent="0" lvl="3" marL="0" marR="0" rtl="0" algn="l">
              <a:buNone/>
              <a:defRPr b="1" sz="1600" u="none">
                <a:solidFill>
                  <a:schemeClr val="accent2"/>
                </a:solidFill>
                <a:latin typeface="Roboto"/>
                <a:ea typeface="Roboto"/>
                <a:cs typeface="Roboto"/>
                <a:sym typeface="Roboto"/>
              </a:defRPr>
            </a:lvl4pPr>
            <a:lvl5pPr indent="0" lvl="4" marL="0" marR="0" rtl="0" algn="l">
              <a:buNone/>
              <a:defRPr b="1" sz="1600" u="none">
                <a:solidFill>
                  <a:schemeClr val="accent2"/>
                </a:solidFill>
                <a:latin typeface="Roboto"/>
                <a:ea typeface="Roboto"/>
                <a:cs typeface="Roboto"/>
                <a:sym typeface="Roboto"/>
              </a:defRPr>
            </a:lvl5pPr>
            <a:lvl6pPr indent="0" lvl="5" marL="0" marR="0" rtl="0" algn="l">
              <a:buNone/>
              <a:defRPr b="1" sz="1600" u="none">
                <a:solidFill>
                  <a:schemeClr val="accent2"/>
                </a:solidFill>
                <a:latin typeface="Roboto"/>
                <a:ea typeface="Roboto"/>
                <a:cs typeface="Roboto"/>
                <a:sym typeface="Roboto"/>
              </a:defRPr>
            </a:lvl6pPr>
            <a:lvl7pPr indent="0" lvl="6" marL="0" marR="0" rtl="0" algn="l">
              <a:buNone/>
              <a:defRPr b="1" sz="1600" u="none">
                <a:solidFill>
                  <a:schemeClr val="accent2"/>
                </a:solidFill>
                <a:latin typeface="Roboto"/>
                <a:ea typeface="Roboto"/>
                <a:cs typeface="Roboto"/>
                <a:sym typeface="Roboto"/>
              </a:defRPr>
            </a:lvl7pPr>
            <a:lvl8pPr indent="0" lvl="7" marL="0" marR="0" rtl="0" algn="l">
              <a:buNone/>
              <a:defRPr b="1" sz="1600" u="none">
                <a:solidFill>
                  <a:schemeClr val="accent2"/>
                </a:solidFill>
                <a:latin typeface="Roboto"/>
                <a:ea typeface="Roboto"/>
                <a:cs typeface="Roboto"/>
                <a:sym typeface="Roboto"/>
              </a:defRPr>
            </a:lvl8pPr>
            <a:lvl9pPr indent="0" lvl="8" marL="0" marR="0" rtl="0" algn="l">
              <a:buNone/>
              <a:defRPr b="1" sz="1600" u="none">
                <a:solidFill>
                  <a:schemeClr val="accent2"/>
                </a:solidFill>
                <a:latin typeface="Roboto"/>
                <a:ea typeface="Roboto"/>
                <a:cs typeface="Roboto"/>
                <a:sym typeface="Roboto"/>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hyperlink" Target="https://learn.ziplines.com/" TargetMode="External"/><Relationship Id="rId4" Type="http://schemas.openxmlformats.org/officeDocument/2006/relationships/hyperlink" Target="https://vimeo.com/1012022804/5d3f3469e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godaddy.com/garage/products/domain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openai.com/chatgp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bard.google.com/" TargetMode="External"/><Relationship Id="rId4" Type="http://schemas.openxmlformats.org/officeDocument/2006/relationships/hyperlink" Target="https://www.godaddy.com/garage/products/domain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hyperlink" Target="https://learn.ziplines.com/" TargetMode="External"/><Relationship Id="rId4" Type="http://schemas.openxmlformats.org/officeDocument/2006/relationships/hyperlink" Target="https://vimeo.com/1012022804/5d3f3469e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0" name="Shape 100"/>
        <p:cNvGrpSpPr/>
        <p:nvPr/>
      </p:nvGrpSpPr>
      <p:grpSpPr>
        <a:xfrm>
          <a:off x="0" y="0"/>
          <a:ext cx="0" cy="0"/>
          <a:chOff x="0" y="0"/>
          <a:chExt cx="0" cy="0"/>
        </a:xfrm>
      </p:grpSpPr>
      <p:sp>
        <p:nvSpPr>
          <p:cNvPr id="101" name="Google Shape;101;p29"/>
          <p:cNvSpPr txBox="1"/>
          <p:nvPr/>
        </p:nvSpPr>
        <p:spPr>
          <a:xfrm>
            <a:off x="1155250" y="1304300"/>
            <a:ext cx="9396600" cy="241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4500">
                <a:solidFill>
                  <a:srgbClr val="FFFFFF"/>
                </a:solidFill>
                <a:latin typeface="Poppins"/>
                <a:ea typeface="Poppins"/>
                <a:cs typeface="Poppins"/>
                <a:sym typeface="Poppins"/>
              </a:rPr>
              <a:t>STRATEGIC DIGITAL </a:t>
            </a:r>
            <a:endParaRPr sz="4500">
              <a:solidFill>
                <a:srgbClr val="FFFFFF"/>
              </a:solidFill>
              <a:latin typeface="Poppins"/>
              <a:ea typeface="Poppins"/>
              <a:cs typeface="Poppins"/>
              <a:sym typeface="Poppins"/>
            </a:endParaRPr>
          </a:p>
          <a:p>
            <a:pPr indent="0" lvl="0" marL="0" marR="0" rtl="0" algn="l">
              <a:spcBef>
                <a:spcPts val="0"/>
              </a:spcBef>
              <a:spcAft>
                <a:spcPts val="0"/>
              </a:spcAft>
              <a:buNone/>
            </a:pPr>
            <a:r>
              <a:rPr lang="en-US" sz="4500">
                <a:solidFill>
                  <a:srgbClr val="FFFFFF"/>
                </a:solidFill>
                <a:latin typeface="Poppins"/>
                <a:ea typeface="Poppins"/>
                <a:cs typeface="Poppins"/>
                <a:sym typeface="Poppins"/>
              </a:rPr>
              <a:t>MARKETING PLAYBOOK </a:t>
            </a:r>
            <a:endParaRPr sz="4500">
              <a:solidFill>
                <a:srgbClr val="FFFFFF"/>
              </a:solidFill>
              <a:latin typeface="Poppins"/>
              <a:ea typeface="Poppins"/>
              <a:cs typeface="Poppins"/>
              <a:sym typeface="Poppins"/>
            </a:endParaRPr>
          </a:p>
          <a:p>
            <a:pPr indent="0" lvl="0" marL="0" marR="0" rtl="0" algn="l">
              <a:spcBef>
                <a:spcPts val="0"/>
              </a:spcBef>
              <a:spcAft>
                <a:spcPts val="0"/>
              </a:spcAft>
              <a:buNone/>
            </a:pPr>
            <a:r>
              <a:t/>
            </a:r>
            <a:endParaRPr b="1" sz="4300">
              <a:solidFill>
                <a:srgbClr val="FFFFFF"/>
              </a:solidFill>
              <a:latin typeface="Roboto"/>
              <a:ea typeface="Roboto"/>
              <a:cs typeface="Roboto"/>
              <a:sym typeface="Roboto"/>
            </a:endParaRPr>
          </a:p>
          <a:p>
            <a:pPr indent="0" lvl="0" marL="0" marR="0" rtl="0" algn="l">
              <a:spcBef>
                <a:spcPts val="0"/>
              </a:spcBef>
              <a:spcAft>
                <a:spcPts val="0"/>
              </a:spcAft>
              <a:buNone/>
            </a:pPr>
            <a:r>
              <a:t/>
            </a:r>
            <a:endParaRPr b="1" sz="4300">
              <a:solidFill>
                <a:srgbClr val="FFFFFF"/>
              </a:solidFill>
              <a:latin typeface="Roboto"/>
              <a:ea typeface="Roboto"/>
              <a:cs typeface="Roboto"/>
              <a:sym typeface="Roboto"/>
            </a:endParaRPr>
          </a:p>
        </p:txBody>
      </p:sp>
      <p:sp>
        <p:nvSpPr>
          <p:cNvPr id="102" name="Google Shape;102;p29"/>
          <p:cNvSpPr txBox="1"/>
          <p:nvPr/>
        </p:nvSpPr>
        <p:spPr>
          <a:xfrm>
            <a:off x="0" y="3237400"/>
            <a:ext cx="18288000" cy="1220400"/>
          </a:xfrm>
          <a:prstGeom prst="rect">
            <a:avLst/>
          </a:prstGeom>
          <a:solidFill>
            <a:srgbClr val="FFFFFF"/>
          </a:solidFill>
          <a:ln>
            <a:noFill/>
          </a:ln>
        </p:spPr>
        <p:txBody>
          <a:bodyPr anchorCtr="0" anchor="ctr" bIns="45700" lIns="1188700" spcFirstLastPara="1" rIns="91425" wrap="square" tIns="45700">
            <a:noAutofit/>
          </a:bodyPr>
          <a:lstStyle/>
          <a:p>
            <a:pPr indent="0" lvl="0" marL="0" rtl="0" algn="l">
              <a:spcBef>
                <a:spcPts val="0"/>
              </a:spcBef>
              <a:spcAft>
                <a:spcPts val="0"/>
              </a:spcAft>
              <a:buClr>
                <a:schemeClr val="dk1"/>
              </a:buClr>
              <a:buFont typeface="Arial"/>
              <a:buNone/>
            </a:pPr>
            <a:r>
              <a:rPr lang="en-US" sz="4500">
                <a:solidFill>
                  <a:srgbClr val="D31D46"/>
                </a:solidFill>
                <a:latin typeface="Poppins SemiBold"/>
                <a:ea typeface="Poppins SemiBold"/>
                <a:cs typeface="Poppins SemiBold"/>
                <a:sym typeface="Poppins SemiBold"/>
              </a:rPr>
              <a:t>AI for</a:t>
            </a:r>
            <a:r>
              <a:rPr lang="en-US" sz="4500">
                <a:solidFill>
                  <a:srgbClr val="D31D46"/>
                </a:solidFill>
                <a:latin typeface="Poppins SemiBold"/>
                <a:ea typeface="Poppins SemiBold"/>
                <a:cs typeface="Poppins SemiBold"/>
                <a:sym typeface="Poppins SemiBold"/>
              </a:rPr>
              <a:t> DIGITAL MARKETING</a:t>
            </a:r>
            <a:r>
              <a:rPr b="1" lang="en-US" sz="5600">
                <a:solidFill>
                  <a:srgbClr val="D31D46"/>
                </a:solidFill>
                <a:latin typeface="Roboto"/>
                <a:ea typeface="Roboto"/>
                <a:cs typeface="Roboto"/>
                <a:sym typeface="Roboto"/>
              </a:rPr>
              <a:t> </a:t>
            </a:r>
            <a:endParaRPr b="1" sz="5100">
              <a:solidFill>
                <a:srgbClr val="D31D46"/>
              </a:solidFill>
              <a:latin typeface="Roboto"/>
              <a:ea typeface="Roboto"/>
              <a:cs typeface="Roboto"/>
              <a:sym typeface="Roboto"/>
            </a:endParaRPr>
          </a:p>
        </p:txBody>
      </p:sp>
      <p:sp>
        <p:nvSpPr>
          <p:cNvPr id="103" name="Google Shape;103;p29"/>
          <p:cNvSpPr txBox="1"/>
          <p:nvPr/>
        </p:nvSpPr>
        <p:spPr>
          <a:xfrm>
            <a:off x="1155250" y="5065425"/>
            <a:ext cx="10239600" cy="226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sz="6500">
                <a:solidFill>
                  <a:schemeClr val="lt1"/>
                </a:solidFill>
                <a:latin typeface="Poppins SemiBold"/>
                <a:ea typeface="Poppins SemiBold"/>
                <a:cs typeface="Poppins SemiBold"/>
                <a:sym typeface="Poppins SemiBold"/>
              </a:rPr>
              <a:t>Leverage AI for a GoDaddy Blog Article</a:t>
            </a:r>
            <a:endParaRPr sz="6500">
              <a:solidFill>
                <a:srgbClr val="FFFFFF"/>
              </a:solidFill>
              <a:latin typeface="Poppins SemiBold"/>
              <a:ea typeface="Poppins SemiBold"/>
              <a:cs typeface="Poppins SemiBold"/>
              <a:sym typeface="Poppins SemiBold"/>
            </a:endParaRPr>
          </a:p>
        </p:txBody>
      </p:sp>
      <p:grpSp>
        <p:nvGrpSpPr>
          <p:cNvPr id="104" name="Google Shape;104;p29"/>
          <p:cNvGrpSpPr/>
          <p:nvPr/>
        </p:nvGrpSpPr>
        <p:grpSpPr>
          <a:xfrm>
            <a:off x="12080824" y="2154997"/>
            <a:ext cx="4034175" cy="4352623"/>
            <a:chOff x="12613999" y="2963347"/>
            <a:chExt cx="4034175" cy="4352623"/>
          </a:xfrm>
        </p:grpSpPr>
        <p:sp>
          <p:nvSpPr>
            <p:cNvPr id="105" name="Google Shape;105;p29"/>
            <p:cNvSpPr/>
            <p:nvPr/>
          </p:nvSpPr>
          <p:spPr>
            <a:xfrm>
              <a:off x="12614019" y="2963347"/>
              <a:ext cx="4034155" cy="567259"/>
            </a:xfrm>
            <a:custGeom>
              <a:rect b="b" l="l" r="r" t="t"/>
              <a:pathLst>
                <a:path extrusionOk="0" h="2323" w="12252">
                  <a:moveTo>
                    <a:pt x="6117" y="2319"/>
                  </a:moveTo>
                  <a:lnTo>
                    <a:pt x="6001" y="2321"/>
                  </a:lnTo>
                  <a:lnTo>
                    <a:pt x="5886" y="2322"/>
                  </a:lnTo>
                  <a:lnTo>
                    <a:pt x="5771" y="2323"/>
                  </a:lnTo>
                  <a:lnTo>
                    <a:pt x="5656" y="2322"/>
                  </a:lnTo>
                  <a:lnTo>
                    <a:pt x="5541" y="2322"/>
                  </a:lnTo>
                  <a:lnTo>
                    <a:pt x="5425" y="2320"/>
                  </a:lnTo>
                  <a:lnTo>
                    <a:pt x="5311" y="2318"/>
                  </a:lnTo>
                  <a:lnTo>
                    <a:pt x="5196" y="2316"/>
                  </a:lnTo>
                  <a:lnTo>
                    <a:pt x="5081" y="2312"/>
                  </a:lnTo>
                  <a:lnTo>
                    <a:pt x="4965" y="2308"/>
                  </a:lnTo>
                  <a:lnTo>
                    <a:pt x="4851" y="2304"/>
                  </a:lnTo>
                  <a:lnTo>
                    <a:pt x="4736" y="2299"/>
                  </a:lnTo>
                  <a:lnTo>
                    <a:pt x="4621" y="2294"/>
                  </a:lnTo>
                  <a:lnTo>
                    <a:pt x="4506" y="2288"/>
                  </a:lnTo>
                  <a:lnTo>
                    <a:pt x="4391" y="2280"/>
                  </a:lnTo>
                  <a:lnTo>
                    <a:pt x="4276" y="2273"/>
                  </a:lnTo>
                  <a:lnTo>
                    <a:pt x="4085" y="2261"/>
                  </a:lnTo>
                  <a:lnTo>
                    <a:pt x="3895" y="2248"/>
                  </a:lnTo>
                  <a:lnTo>
                    <a:pt x="3703" y="2233"/>
                  </a:lnTo>
                  <a:lnTo>
                    <a:pt x="3513" y="2217"/>
                  </a:lnTo>
                  <a:lnTo>
                    <a:pt x="3322" y="2200"/>
                  </a:lnTo>
                  <a:lnTo>
                    <a:pt x="3133" y="2181"/>
                  </a:lnTo>
                  <a:lnTo>
                    <a:pt x="2942" y="2161"/>
                  </a:lnTo>
                  <a:lnTo>
                    <a:pt x="2753" y="2138"/>
                  </a:lnTo>
                  <a:lnTo>
                    <a:pt x="2658" y="2126"/>
                  </a:lnTo>
                  <a:lnTo>
                    <a:pt x="2563" y="2114"/>
                  </a:lnTo>
                  <a:lnTo>
                    <a:pt x="2469" y="2100"/>
                  </a:lnTo>
                  <a:lnTo>
                    <a:pt x="2374" y="2087"/>
                  </a:lnTo>
                  <a:lnTo>
                    <a:pt x="2279" y="2073"/>
                  </a:lnTo>
                  <a:lnTo>
                    <a:pt x="2185" y="2057"/>
                  </a:lnTo>
                  <a:lnTo>
                    <a:pt x="2091" y="2042"/>
                  </a:lnTo>
                  <a:lnTo>
                    <a:pt x="1997" y="2025"/>
                  </a:lnTo>
                  <a:lnTo>
                    <a:pt x="1902" y="2008"/>
                  </a:lnTo>
                  <a:lnTo>
                    <a:pt x="1808" y="1991"/>
                  </a:lnTo>
                  <a:lnTo>
                    <a:pt x="1715" y="1972"/>
                  </a:lnTo>
                  <a:lnTo>
                    <a:pt x="1621" y="1953"/>
                  </a:lnTo>
                  <a:lnTo>
                    <a:pt x="1527" y="1933"/>
                  </a:lnTo>
                  <a:lnTo>
                    <a:pt x="1434" y="1912"/>
                  </a:lnTo>
                  <a:lnTo>
                    <a:pt x="1340" y="1890"/>
                  </a:lnTo>
                  <a:lnTo>
                    <a:pt x="1247" y="1868"/>
                  </a:lnTo>
                  <a:lnTo>
                    <a:pt x="1181" y="1851"/>
                  </a:lnTo>
                  <a:lnTo>
                    <a:pt x="1117" y="1835"/>
                  </a:lnTo>
                  <a:lnTo>
                    <a:pt x="1051" y="1819"/>
                  </a:lnTo>
                  <a:lnTo>
                    <a:pt x="987" y="1800"/>
                  </a:lnTo>
                  <a:lnTo>
                    <a:pt x="922" y="1782"/>
                  </a:lnTo>
                  <a:lnTo>
                    <a:pt x="857" y="1762"/>
                  </a:lnTo>
                  <a:lnTo>
                    <a:pt x="794" y="1743"/>
                  </a:lnTo>
                  <a:lnTo>
                    <a:pt x="730" y="1721"/>
                  </a:lnTo>
                  <a:lnTo>
                    <a:pt x="667" y="1698"/>
                  </a:lnTo>
                  <a:lnTo>
                    <a:pt x="604" y="1674"/>
                  </a:lnTo>
                  <a:lnTo>
                    <a:pt x="543" y="1649"/>
                  </a:lnTo>
                  <a:lnTo>
                    <a:pt x="481" y="1621"/>
                  </a:lnTo>
                  <a:lnTo>
                    <a:pt x="451" y="1607"/>
                  </a:lnTo>
                  <a:lnTo>
                    <a:pt x="421" y="1591"/>
                  </a:lnTo>
                  <a:lnTo>
                    <a:pt x="391" y="1576"/>
                  </a:lnTo>
                  <a:lnTo>
                    <a:pt x="362" y="1560"/>
                  </a:lnTo>
                  <a:lnTo>
                    <a:pt x="332" y="1543"/>
                  </a:lnTo>
                  <a:lnTo>
                    <a:pt x="302" y="1527"/>
                  </a:lnTo>
                  <a:lnTo>
                    <a:pt x="274" y="1509"/>
                  </a:lnTo>
                  <a:lnTo>
                    <a:pt x="245" y="1491"/>
                  </a:lnTo>
                  <a:lnTo>
                    <a:pt x="215" y="1471"/>
                  </a:lnTo>
                  <a:lnTo>
                    <a:pt x="187" y="1451"/>
                  </a:lnTo>
                  <a:lnTo>
                    <a:pt x="162" y="1432"/>
                  </a:lnTo>
                  <a:lnTo>
                    <a:pt x="137" y="1411"/>
                  </a:lnTo>
                  <a:lnTo>
                    <a:pt x="116" y="1391"/>
                  </a:lnTo>
                  <a:lnTo>
                    <a:pt x="95" y="1370"/>
                  </a:lnTo>
                  <a:lnTo>
                    <a:pt x="77" y="1350"/>
                  </a:lnTo>
                  <a:lnTo>
                    <a:pt x="61" y="1329"/>
                  </a:lnTo>
                  <a:lnTo>
                    <a:pt x="47" y="1309"/>
                  </a:lnTo>
                  <a:lnTo>
                    <a:pt x="34" y="1287"/>
                  </a:lnTo>
                  <a:lnTo>
                    <a:pt x="24" y="1267"/>
                  </a:lnTo>
                  <a:lnTo>
                    <a:pt x="15" y="1246"/>
                  </a:lnTo>
                  <a:lnTo>
                    <a:pt x="8" y="1225"/>
                  </a:lnTo>
                  <a:lnTo>
                    <a:pt x="4" y="1204"/>
                  </a:lnTo>
                  <a:lnTo>
                    <a:pt x="1" y="1183"/>
                  </a:lnTo>
                  <a:lnTo>
                    <a:pt x="0" y="1162"/>
                  </a:lnTo>
                  <a:lnTo>
                    <a:pt x="1" y="1141"/>
                  </a:lnTo>
                  <a:lnTo>
                    <a:pt x="4" y="1120"/>
                  </a:lnTo>
                  <a:lnTo>
                    <a:pt x="9" y="1099"/>
                  </a:lnTo>
                  <a:lnTo>
                    <a:pt x="15" y="1078"/>
                  </a:lnTo>
                  <a:lnTo>
                    <a:pt x="25" y="1057"/>
                  </a:lnTo>
                  <a:lnTo>
                    <a:pt x="35" y="1036"/>
                  </a:lnTo>
                  <a:lnTo>
                    <a:pt x="47" y="1016"/>
                  </a:lnTo>
                  <a:lnTo>
                    <a:pt x="61" y="994"/>
                  </a:lnTo>
                  <a:lnTo>
                    <a:pt x="78" y="974"/>
                  </a:lnTo>
                  <a:lnTo>
                    <a:pt x="96" y="953"/>
                  </a:lnTo>
                  <a:lnTo>
                    <a:pt x="117" y="933"/>
                  </a:lnTo>
                  <a:lnTo>
                    <a:pt x="138" y="912"/>
                  </a:lnTo>
                  <a:lnTo>
                    <a:pt x="163" y="893"/>
                  </a:lnTo>
                  <a:lnTo>
                    <a:pt x="188" y="872"/>
                  </a:lnTo>
                  <a:lnTo>
                    <a:pt x="216" y="853"/>
                  </a:lnTo>
                  <a:lnTo>
                    <a:pt x="246" y="833"/>
                  </a:lnTo>
                  <a:lnTo>
                    <a:pt x="275" y="815"/>
                  </a:lnTo>
                  <a:lnTo>
                    <a:pt x="304" y="797"/>
                  </a:lnTo>
                  <a:lnTo>
                    <a:pt x="333" y="780"/>
                  </a:lnTo>
                  <a:lnTo>
                    <a:pt x="363" y="764"/>
                  </a:lnTo>
                  <a:lnTo>
                    <a:pt x="392" y="748"/>
                  </a:lnTo>
                  <a:lnTo>
                    <a:pt x="422" y="732"/>
                  </a:lnTo>
                  <a:lnTo>
                    <a:pt x="453" y="718"/>
                  </a:lnTo>
                  <a:lnTo>
                    <a:pt x="482" y="703"/>
                  </a:lnTo>
                  <a:lnTo>
                    <a:pt x="544" y="676"/>
                  </a:lnTo>
                  <a:lnTo>
                    <a:pt x="605" y="650"/>
                  </a:lnTo>
                  <a:lnTo>
                    <a:pt x="668" y="626"/>
                  </a:lnTo>
                  <a:lnTo>
                    <a:pt x="731" y="603"/>
                  </a:lnTo>
                  <a:lnTo>
                    <a:pt x="795" y="582"/>
                  </a:lnTo>
                  <a:lnTo>
                    <a:pt x="858" y="561"/>
                  </a:lnTo>
                  <a:lnTo>
                    <a:pt x="923" y="542"/>
                  </a:lnTo>
                  <a:lnTo>
                    <a:pt x="988" y="523"/>
                  </a:lnTo>
                  <a:lnTo>
                    <a:pt x="1053" y="506"/>
                  </a:lnTo>
                  <a:lnTo>
                    <a:pt x="1118" y="489"/>
                  </a:lnTo>
                  <a:lnTo>
                    <a:pt x="1183" y="472"/>
                  </a:lnTo>
                  <a:lnTo>
                    <a:pt x="1249" y="457"/>
                  </a:lnTo>
                  <a:lnTo>
                    <a:pt x="1321" y="438"/>
                  </a:lnTo>
                  <a:lnTo>
                    <a:pt x="1395" y="421"/>
                  </a:lnTo>
                  <a:lnTo>
                    <a:pt x="1468" y="404"/>
                  </a:lnTo>
                  <a:lnTo>
                    <a:pt x="1542" y="389"/>
                  </a:lnTo>
                  <a:lnTo>
                    <a:pt x="1688" y="358"/>
                  </a:lnTo>
                  <a:lnTo>
                    <a:pt x="1836" y="330"/>
                  </a:lnTo>
                  <a:lnTo>
                    <a:pt x="1983" y="303"/>
                  </a:lnTo>
                  <a:lnTo>
                    <a:pt x="2132" y="279"/>
                  </a:lnTo>
                  <a:lnTo>
                    <a:pt x="2279" y="255"/>
                  </a:lnTo>
                  <a:lnTo>
                    <a:pt x="2428" y="233"/>
                  </a:lnTo>
                  <a:lnTo>
                    <a:pt x="2576" y="213"/>
                  </a:lnTo>
                  <a:lnTo>
                    <a:pt x="2725" y="194"/>
                  </a:lnTo>
                  <a:lnTo>
                    <a:pt x="2875" y="176"/>
                  </a:lnTo>
                  <a:lnTo>
                    <a:pt x="3023" y="159"/>
                  </a:lnTo>
                  <a:lnTo>
                    <a:pt x="3173" y="143"/>
                  </a:lnTo>
                  <a:lnTo>
                    <a:pt x="3322" y="128"/>
                  </a:lnTo>
                  <a:lnTo>
                    <a:pt x="3472" y="114"/>
                  </a:lnTo>
                  <a:lnTo>
                    <a:pt x="3621" y="100"/>
                  </a:lnTo>
                  <a:lnTo>
                    <a:pt x="3729" y="91"/>
                  </a:lnTo>
                  <a:lnTo>
                    <a:pt x="3835" y="82"/>
                  </a:lnTo>
                  <a:lnTo>
                    <a:pt x="3943" y="74"/>
                  </a:lnTo>
                  <a:lnTo>
                    <a:pt x="4051" y="66"/>
                  </a:lnTo>
                  <a:lnTo>
                    <a:pt x="4265" y="51"/>
                  </a:lnTo>
                  <a:lnTo>
                    <a:pt x="4480" y="39"/>
                  </a:lnTo>
                  <a:lnTo>
                    <a:pt x="4695" y="29"/>
                  </a:lnTo>
                  <a:lnTo>
                    <a:pt x="4909" y="19"/>
                  </a:lnTo>
                  <a:lnTo>
                    <a:pt x="5124" y="12"/>
                  </a:lnTo>
                  <a:lnTo>
                    <a:pt x="5339" y="7"/>
                  </a:lnTo>
                  <a:lnTo>
                    <a:pt x="5553" y="3"/>
                  </a:lnTo>
                  <a:lnTo>
                    <a:pt x="5768" y="1"/>
                  </a:lnTo>
                  <a:lnTo>
                    <a:pt x="5984" y="0"/>
                  </a:lnTo>
                  <a:lnTo>
                    <a:pt x="6199" y="0"/>
                  </a:lnTo>
                  <a:lnTo>
                    <a:pt x="6413" y="2"/>
                  </a:lnTo>
                  <a:lnTo>
                    <a:pt x="6628" y="4"/>
                  </a:lnTo>
                  <a:lnTo>
                    <a:pt x="6843" y="8"/>
                  </a:lnTo>
                  <a:lnTo>
                    <a:pt x="7058" y="12"/>
                  </a:lnTo>
                  <a:lnTo>
                    <a:pt x="7277" y="18"/>
                  </a:lnTo>
                  <a:lnTo>
                    <a:pt x="7498" y="26"/>
                  </a:lnTo>
                  <a:lnTo>
                    <a:pt x="7717" y="35"/>
                  </a:lnTo>
                  <a:lnTo>
                    <a:pt x="7936" y="46"/>
                  </a:lnTo>
                  <a:lnTo>
                    <a:pt x="8155" y="58"/>
                  </a:lnTo>
                  <a:lnTo>
                    <a:pt x="8375" y="74"/>
                  </a:lnTo>
                  <a:lnTo>
                    <a:pt x="8484" y="82"/>
                  </a:lnTo>
                  <a:lnTo>
                    <a:pt x="8594" y="91"/>
                  </a:lnTo>
                  <a:lnTo>
                    <a:pt x="8703" y="100"/>
                  </a:lnTo>
                  <a:lnTo>
                    <a:pt x="8812" y="110"/>
                  </a:lnTo>
                  <a:lnTo>
                    <a:pt x="8922" y="121"/>
                  </a:lnTo>
                  <a:lnTo>
                    <a:pt x="9031" y="131"/>
                  </a:lnTo>
                  <a:lnTo>
                    <a:pt x="9140" y="143"/>
                  </a:lnTo>
                  <a:lnTo>
                    <a:pt x="9249" y="156"/>
                  </a:lnTo>
                  <a:lnTo>
                    <a:pt x="9358" y="168"/>
                  </a:lnTo>
                  <a:lnTo>
                    <a:pt x="9467" y="182"/>
                  </a:lnTo>
                  <a:lnTo>
                    <a:pt x="9576" y="196"/>
                  </a:lnTo>
                  <a:lnTo>
                    <a:pt x="9685" y="211"/>
                  </a:lnTo>
                  <a:lnTo>
                    <a:pt x="9793" y="226"/>
                  </a:lnTo>
                  <a:lnTo>
                    <a:pt x="9902" y="243"/>
                  </a:lnTo>
                  <a:lnTo>
                    <a:pt x="10011" y="260"/>
                  </a:lnTo>
                  <a:lnTo>
                    <a:pt x="10119" y="278"/>
                  </a:lnTo>
                  <a:lnTo>
                    <a:pt x="10228" y="296"/>
                  </a:lnTo>
                  <a:lnTo>
                    <a:pt x="10336" y="314"/>
                  </a:lnTo>
                  <a:lnTo>
                    <a:pt x="10445" y="335"/>
                  </a:lnTo>
                  <a:lnTo>
                    <a:pt x="10552" y="355"/>
                  </a:lnTo>
                  <a:lnTo>
                    <a:pt x="10631" y="371"/>
                  </a:lnTo>
                  <a:lnTo>
                    <a:pt x="10709" y="387"/>
                  </a:lnTo>
                  <a:lnTo>
                    <a:pt x="10788" y="403"/>
                  </a:lnTo>
                  <a:lnTo>
                    <a:pt x="10866" y="421"/>
                  </a:lnTo>
                  <a:lnTo>
                    <a:pt x="10944" y="438"/>
                  </a:lnTo>
                  <a:lnTo>
                    <a:pt x="11022" y="458"/>
                  </a:lnTo>
                  <a:lnTo>
                    <a:pt x="11099" y="477"/>
                  </a:lnTo>
                  <a:lnTo>
                    <a:pt x="11175" y="498"/>
                  </a:lnTo>
                  <a:lnTo>
                    <a:pt x="11252" y="520"/>
                  </a:lnTo>
                  <a:lnTo>
                    <a:pt x="11329" y="543"/>
                  </a:lnTo>
                  <a:lnTo>
                    <a:pt x="11405" y="567"/>
                  </a:lnTo>
                  <a:lnTo>
                    <a:pt x="11481" y="592"/>
                  </a:lnTo>
                  <a:lnTo>
                    <a:pt x="11556" y="620"/>
                  </a:lnTo>
                  <a:lnTo>
                    <a:pt x="11631" y="648"/>
                  </a:lnTo>
                  <a:lnTo>
                    <a:pt x="11705" y="678"/>
                  </a:lnTo>
                  <a:lnTo>
                    <a:pt x="11779" y="710"/>
                  </a:lnTo>
                  <a:lnTo>
                    <a:pt x="11832" y="733"/>
                  </a:lnTo>
                  <a:lnTo>
                    <a:pt x="11884" y="759"/>
                  </a:lnTo>
                  <a:lnTo>
                    <a:pt x="11911" y="772"/>
                  </a:lnTo>
                  <a:lnTo>
                    <a:pt x="11935" y="786"/>
                  </a:lnTo>
                  <a:lnTo>
                    <a:pt x="11961" y="801"/>
                  </a:lnTo>
                  <a:lnTo>
                    <a:pt x="11986" y="815"/>
                  </a:lnTo>
                  <a:lnTo>
                    <a:pt x="12010" y="831"/>
                  </a:lnTo>
                  <a:lnTo>
                    <a:pt x="12034" y="848"/>
                  </a:lnTo>
                  <a:lnTo>
                    <a:pt x="12056" y="864"/>
                  </a:lnTo>
                  <a:lnTo>
                    <a:pt x="12080" y="883"/>
                  </a:lnTo>
                  <a:lnTo>
                    <a:pt x="12101" y="901"/>
                  </a:lnTo>
                  <a:lnTo>
                    <a:pt x="12123" y="921"/>
                  </a:lnTo>
                  <a:lnTo>
                    <a:pt x="12144" y="942"/>
                  </a:lnTo>
                  <a:lnTo>
                    <a:pt x="12165" y="964"/>
                  </a:lnTo>
                  <a:lnTo>
                    <a:pt x="12175" y="975"/>
                  </a:lnTo>
                  <a:lnTo>
                    <a:pt x="12185" y="987"/>
                  </a:lnTo>
                  <a:lnTo>
                    <a:pt x="12195" y="999"/>
                  </a:lnTo>
                  <a:lnTo>
                    <a:pt x="12203" y="1012"/>
                  </a:lnTo>
                  <a:lnTo>
                    <a:pt x="12211" y="1024"/>
                  </a:lnTo>
                  <a:lnTo>
                    <a:pt x="12218" y="1037"/>
                  </a:lnTo>
                  <a:lnTo>
                    <a:pt x="12224" y="1050"/>
                  </a:lnTo>
                  <a:lnTo>
                    <a:pt x="12230" y="1062"/>
                  </a:lnTo>
                  <a:lnTo>
                    <a:pt x="12236" y="1074"/>
                  </a:lnTo>
                  <a:lnTo>
                    <a:pt x="12240" y="1087"/>
                  </a:lnTo>
                  <a:lnTo>
                    <a:pt x="12244" y="1100"/>
                  </a:lnTo>
                  <a:lnTo>
                    <a:pt x="12247" y="1112"/>
                  </a:lnTo>
                  <a:lnTo>
                    <a:pt x="12249" y="1125"/>
                  </a:lnTo>
                  <a:lnTo>
                    <a:pt x="12251" y="1138"/>
                  </a:lnTo>
                  <a:lnTo>
                    <a:pt x="12252" y="1150"/>
                  </a:lnTo>
                  <a:lnTo>
                    <a:pt x="12252" y="1163"/>
                  </a:lnTo>
                  <a:lnTo>
                    <a:pt x="12252" y="1176"/>
                  </a:lnTo>
                  <a:lnTo>
                    <a:pt x="12251" y="1188"/>
                  </a:lnTo>
                  <a:lnTo>
                    <a:pt x="12249" y="1201"/>
                  </a:lnTo>
                  <a:lnTo>
                    <a:pt x="12247" y="1213"/>
                  </a:lnTo>
                  <a:lnTo>
                    <a:pt x="12243" y="1226"/>
                  </a:lnTo>
                  <a:lnTo>
                    <a:pt x="12240" y="1239"/>
                  </a:lnTo>
                  <a:lnTo>
                    <a:pt x="12235" y="1251"/>
                  </a:lnTo>
                  <a:lnTo>
                    <a:pt x="12229" y="1264"/>
                  </a:lnTo>
                  <a:lnTo>
                    <a:pt x="12224" y="1276"/>
                  </a:lnTo>
                  <a:lnTo>
                    <a:pt x="12217" y="1289"/>
                  </a:lnTo>
                  <a:lnTo>
                    <a:pt x="12210" y="1302"/>
                  </a:lnTo>
                  <a:lnTo>
                    <a:pt x="12202" y="1314"/>
                  </a:lnTo>
                  <a:lnTo>
                    <a:pt x="12194" y="1326"/>
                  </a:lnTo>
                  <a:lnTo>
                    <a:pt x="12184" y="1338"/>
                  </a:lnTo>
                  <a:lnTo>
                    <a:pt x="12174" y="1350"/>
                  </a:lnTo>
                  <a:lnTo>
                    <a:pt x="12164" y="1362"/>
                  </a:lnTo>
                  <a:lnTo>
                    <a:pt x="12150" y="1377"/>
                  </a:lnTo>
                  <a:lnTo>
                    <a:pt x="12134" y="1393"/>
                  </a:lnTo>
                  <a:lnTo>
                    <a:pt x="12120" y="1406"/>
                  </a:lnTo>
                  <a:lnTo>
                    <a:pt x="12104" y="1420"/>
                  </a:lnTo>
                  <a:lnTo>
                    <a:pt x="12074" y="1447"/>
                  </a:lnTo>
                  <a:lnTo>
                    <a:pt x="12041" y="1471"/>
                  </a:lnTo>
                  <a:lnTo>
                    <a:pt x="12008" y="1495"/>
                  </a:lnTo>
                  <a:lnTo>
                    <a:pt x="11974" y="1517"/>
                  </a:lnTo>
                  <a:lnTo>
                    <a:pt x="11940" y="1538"/>
                  </a:lnTo>
                  <a:lnTo>
                    <a:pt x="11905" y="1558"/>
                  </a:lnTo>
                  <a:lnTo>
                    <a:pt x="11869" y="1576"/>
                  </a:lnTo>
                  <a:lnTo>
                    <a:pt x="11833" y="1593"/>
                  </a:lnTo>
                  <a:lnTo>
                    <a:pt x="11796" y="1610"/>
                  </a:lnTo>
                  <a:lnTo>
                    <a:pt x="11758" y="1626"/>
                  </a:lnTo>
                  <a:lnTo>
                    <a:pt x="11683" y="1657"/>
                  </a:lnTo>
                  <a:lnTo>
                    <a:pt x="11608" y="1686"/>
                  </a:lnTo>
                  <a:lnTo>
                    <a:pt x="11510" y="1720"/>
                  </a:lnTo>
                  <a:lnTo>
                    <a:pt x="11412" y="1753"/>
                  </a:lnTo>
                  <a:lnTo>
                    <a:pt x="11314" y="1784"/>
                  </a:lnTo>
                  <a:lnTo>
                    <a:pt x="11215" y="1814"/>
                  </a:lnTo>
                  <a:lnTo>
                    <a:pt x="11116" y="1841"/>
                  </a:lnTo>
                  <a:lnTo>
                    <a:pt x="11017" y="1868"/>
                  </a:lnTo>
                  <a:lnTo>
                    <a:pt x="10917" y="1892"/>
                  </a:lnTo>
                  <a:lnTo>
                    <a:pt x="10817" y="1916"/>
                  </a:lnTo>
                  <a:lnTo>
                    <a:pt x="10716" y="1938"/>
                  </a:lnTo>
                  <a:lnTo>
                    <a:pt x="10616" y="1959"/>
                  </a:lnTo>
                  <a:lnTo>
                    <a:pt x="10515" y="1978"/>
                  </a:lnTo>
                  <a:lnTo>
                    <a:pt x="10414" y="1998"/>
                  </a:lnTo>
                  <a:lnTo>
                    <a:pt x="10313" y="2015"/>
                  </a:lnTo>
                  <a:lnTo>
                    <a:pt x="10211" y="2033"/>
                  </a:lnTo>
                  <a:lnTo>
                    <a:pt x="10109" y="2049"/>
                  </a:lnTo>
                  <a:lnTo>
                    <a:pt x="10008" y="2064"/>
                  </a:lnTo>
                  <a:lnTo>
                    <a:pt x="9834" y="2090"/>
                  </a:lnTo>
                  <a:lnTo>
                    <a:pt x="9662" y="2114"/>
                  </a:lnTo>
                  <a:lnTo>
                    <a:pt x="9489" y="2135"/>
                  </a:lnTo>
                  <a:lnTo>
                    <a:pt x="9316" y="2157"/>
                  </a:lnTo>
                  <a:lnTo>
                    <a:pt x="9143" y="2176"/>
                  </a:lnTo>
                  <a:lnTo>
                    <a:pt x="8970" y="2193"/>
                  </a:lnTo>
                  <a:lnTo>
                    <a:pt x="8796" y="2210"/>
                  </a:lnTo>
                  <a:lnTo>
                    <a:pt x="8622" y="2225"/>
                  </a:lnTo>
                  <a:lnTo>
                    <a:pt x="8449" y="2239"/>
                  </a:lnTo>
                  <a:lnTo>
                    <a:pt x="8275" y="2253"/>
                  </a:lnTo>
                  <a:lnTo>
                    <a:pt x="8101" y="2264"/>
                  </a:lnTo>
                  <a:lnTo>
                    <a:pt x="7927" y="2274"/>
                  </a:lnTo>
                  <a:lnTo>
                    <a:pt x="7754" y="2284"/>
                  </a:lnTo>
                  <a:lnTo>
                    <a:pt x="7580" y="2292"/>
                  </a:lnTo>
                  <a:lnTo>
                    <a:pt x="7404" y="2299"/>
                  </a:lnTo>
                  <a:lnTo>
                    <a:pt x="7230" y="2305"/>
                  </a:lnTo>
                  <a:lnTo>
                    <a:pt x="7161" y="2307"/>
                  </a:lnTo>
                  <a:lnTo>
                    <a:pt x="7091" y="2309"/>
                  </a:lnTo>
                  <a:lnTo>
                    <a:pt x="7021" y="2310"/>
                  </a:lnTo>
                  <a:lnTo>
                    <a:pt x="6952" y="2311"/>
                  </a:lnTo>
                  <a:lnTo>
                    <a:pt x="6882" y="2312"/>
                  </a:lnTo>
                  <a:lnTo>
                    <a:pt x="6812" y="2312"/>
                  </a:lnTo>
                  <a:lnTo>
                    <a:pt x="6743" y="2313"/>
                  </a:lnTo>
                  <a:lnTo>
                    <a:pt x="6673" y="2313"/>
                  </a:lnTo>
                  <a:lnTo>
                    <a:pt x="6603" y="2314"/>
                  </a:lnTo>
                  <a:lnTo>
                    <a:pt x="6534" y="2314"/>
                  </a:lnTo>
                  <a:lnTo>
                    <a:pt x="6464" y="2315"/>
                  </a:lnTo>
                  <a:lnTo>
                    <a:pt x="6394" y="2315"/>
                  </a:lnTo>
                  <a:lnTo>
                    <a:pt x="6325" y="2316"/>
                  </a:lnTo>
                  <a:lnTo>
                    <a:pt x="6256" y="2317"/>
                  </a:lnTo>
                  <a:lnTo>
                    <a:pt x="6186" y="2318"/>
                  </a:lnTo>
                  <a:lnTo>
                    <a:pt x="6117" y="2319"/>
                  </a:lnTo>
                  <a:close/>
                </a:path>
              </a:pathLst>
            </a:custGeom>
            <a:solidFill>
              <a:srgbClr val="434343"/>
            </a:solidFill>
            <a:ln>
              <a:noFill/>
            </a:ln>
          </p:spPr>
          <p:txBody>
            <a:bodyPr anchorCtr="0" anchor="t" bIns="22850" lIns="45700" spcFirstLastPara="1" rIns="45700" wrap="square" tIns="22850">
              <a:noAutofit/>
            </a:bodyPr>
            <a:lstStyle/>
            <a:p>
              <a:pPr indent="0" lvl="0" marL="0" marR="0" rtl="0" algn="l">
                <a:spcBef>
                  <a:spcPts val="0"/>
                </a:spcBef>
                <a:spcAft>
                  <a:spcPts val="0"/>
                </a:spcAft>
                <a:buNone/>
              </a:pPr>
              <a:r>
                <a:t/>
              </a:r>
              <a:endParaRPr sz="900">
                <a:solidFill>
                  <a:srgbClr val="000000"/>
                </a:solidFill>
                <a:latin typeface="Calibri"/>
                <a:ea typeface="Calibri"/>
                <a:cs typeface="Calibri"/>
                <a:sym typeface="Calibri"/>
              </a:endParaRPr>
            </a:p>
          </p:txBody>
        </p:sp>
        <p:sp>
          <p:nvSpPr>
            <p:cNvPr id="106" name="Google Shape;106;p29"/>
            <p:cNvSpPr/>
            <p:nvPr/>
          </p:nvSpPr>
          <p:spPr>
            <a:xfrm>
              <a:off x="12613999" y="3530608"/>
              <a:ext cx="3938010" cy="1220437"/>
            </a:xfrm>
            <a:custGeom>
              <a:rect b="b" l="l" r="r" t="t"/>
              <a:pathLst>
                <a:path extrusionOk="0" h="4998" w="11962">
                  <a:moveTo>
                    <a:pt x="11962" y="1"/>
                  </a:moveTo>
                  <a:lnTo>
                    <a:pt x="11950" y="49"/>
                  </a:lnTo>
                  <a:lnTo>
                    <a:pt x="11937" y="96"/>
                  </a:lnTo>
                  <a:lnTo>
                    <a:pt x="11924" y="144"/>
                  </a:lnTo>
                  <a:lnTo>
                    <a:pt x="11912" y="191"/>
                  </a:lnTo>
                  <a:lnTo>
                    <a:pt x="11900" y="238"/>
                  </a:lnTo>
                  <a:lnTo>
                    <a:pt x="11887" y="285"/>
                  </a:lnTo>
                  <a:lnTo>
                    <a:pt x="11874" y="332"/>
                  </a:lnTo>
                  <a:lnTo>
                    <a:pt x="11862" y="379"/>
                  </a:lnTo>
                  <a:lnTo>
                    <a:pt x="11849" y="427"/>
                  </a:lnTo>
                  <a:lnTo>
                    <a:pt x="11837" y="475"/>
                  </a:lnTo>
                  <a:lnTo>
                    <a:pt x="11824" y="522"/>
                  </a:lnTo>
                  <a:lnTo>
                    <a:pt x="11811" y="569"/>
                  </a:lnTo>
                  <a:lnTo>
                    <a:pt x="11799" y="616"/>
                  </a:lnTo>
                  <a:lnTo>
                    <a:pt x="11786" y="663"/>
                  </a:lnTo>
                  <a:lnTo>
                    <a:pt x="11774" y="711"/>
                  </a:lnTo>
                  <a:lnTo>
                    <a:pt x="11761" y="758"/>
                  </a:lnTo>
                  <a:lnTo>
                    <a:pt x="11702" y="976"/>
                  </a:lnTo>
                  <a:lnTo>
                    <a:pt x="11641" y="1193"/>
                  </a:lnTo>
                  <a:lnTo>
                    <a:pt x="11581" y="1411"/>
                  </a:lnTo>
                  <a:lnTo>
                    <a:pt x="11520" y="1629"/>
                  </a:lnTo>
                  <a:lnTo>
                    <a:pt x="11458" y="1846"/>
                  </a:lnTo>
                  <a:lnTo>
                    <a:pt x="11396" y="2063"/>
                  </a:lnTo>
                  <a:lnTo>
                    <a:pt x="11332" y="2280"/>
                  </a:lnTo>
                  <a:lnTo>
                    <a:pt x="11269" y="2496"/>
                  </a:lnTo>
                  <a:lnTo>
                    <a:pt x="11204" y="2713"/>
                  </a:lnTo>
                  <a:lnTo>
                    <a:pt x="11139" y="2929"/>
                  </a:lnTo>
                  <a:lnTo>
                    <a:pt x="11075" y="3145"/>
                  </a:lnTo>
                  <a:lnTo>
                    <a:pt x="11009" y="3361"/>
                  </a:lnTo>
                  <a:lnTo>
                    <a:pt x="10944" y="3578"/>
                  </a:lnTo>
                  <a:lnTo>
                    <a:pt x="10878" y="3793"/>
                  </a:lnTo>
                  <a:lnTo>
                    <a:pt x="10812" y="4009"/>
                  </a:lnTo>
                  <a:lnTo>
                    <a:pt x="10745" y="4225"/>
                  </a:lnTo>
                  <a:lnTo>
                    <a:pt x="10739" y="4244"/>
                  </a:lnTo>
                  <a:lnTo>
                    <a:pt x="10732" y="4261"/>
                  </a:lnTo>
                  <a:lnTo>
                    <a:pt x="10724" y="4279"/>
                  </a:lnTo>
                  <a:lnTo>
                    <a:pt x="10715" y="4295"/>
                  </a:lnTo>
                  <a:lnTo>
                    <a:pt x="10706" y="4310"/>
                  </a:lnTo>
                  <a:lnTo>
                    <a:pt x="10696" y="4325"/>
                  </a:lnTo>
                  <a:lnTo>
                    <a:pt x="10685" y="4339"/>
                  </a:lnTo>
                  <a:lnTo>
                    <a:pt x="10673" y="4352"/>
                  </a:lnTo>
                  <a:lnTo>
                    <a:pt x="10661" y="4366"/>
                  </a:lnTo>
                  <a:lnTo>
                    <a:pt x="10649" y="4378"/>
                  </a:lnTo>
                  <a:lnTo>
                    <a:pt x="10635" y="4389"/>
                  </a:lnTo>
                  <a:lnTo>
                    <a:pt x="10622" y="4402"/>
                  </a:lnTo>
                  <a:lnTo>
                    <a:pt x="10593" y="4423"/>
                  </a:lnTo>
                  <a:lnTo>
                    <a:pt x="10564" y="4444"/>
                  </a:lnTo>
                  <a:lnTo>
                    <a:pt x="10528" y="4465"/>
                  </a:lnTo>
                  <a:lnTo>
                    <a:pt x="10492" y="4487"/>
                  </a:lnTo>
                  <a:lnTo>
                    <a:pt x="10456" y="4506"/>
                  </a:lnTo>
                  <a:lnTo>
                    <a:pt x="10419" y="4524"/>
                  </a:lnTo>
                  <a:lnTo>
                    <a:pt x="10382" y="4542"/>
                  </a:lnTo>
                  <a:lnTo>
                    <a:pt x="10345" y="4558"/>
                  </a:lnTo>
                  <a:lnTo>
                    <a:pt x="10307" y="4575"/>
                  </a:lnTo>
                  <a:lnTo>
                    <a:pt x="10269" y="4589"/>
                  </a:lnTo>
                  <a:lnTo>
                    <a:pt x="10230" y="4603"/>
                  </a:lnTo>
                  <a:lnTo>
                    <a:pt x="10191" y="4617"/>
                  </a:lnTo>
                  <a:lnTo>
                    <a:pt x="10152" y="4629"/>
                  </a:lnTo>
                  <a:lnTo>
                    <a:pt x="10113" y="4641"/>
                  </a:lnTo>
                  <a:lnTo>
                    <a:pt x="10033" y="4664"/>
                  </a:lnTo>
                  <a:lnTo>
                    <a:pt x="9953" y="4685"/>
                  </a:lnTo>
                  <a:lnTo>
                    <a:pt x="9859" y="4708"/>
                  </a:lnTo>
                  <a:lnTo>
                    <a:pt x="9765" y="4729"/>
                  </a:lnTo>
                  <a:lnTo>
                    <a:pt x="9669" y="4750"/>
                  </a:lnTo>
                  <a:lnTo>
                    <a:pt x="9575" y="4769"/>
                  </a:lnTo>
                  <a:lnTo>
                    <a:pt x="9480" y="4787"/>
                  </a:lnTo>
                  <a:lnTo>
                    <a:pt x="9385" y="4803"/>
                  </a:lnTo>
                  <a:lnTo>
                    <a:pt x="9288" y="4817"/>
                  </a:lnTo>
                  <a:lnTo>
                    <a:pt x="9193" y="4832"/>
                  </a:lnTo>
                  <a:lnTo>
                    <a:pt x="9098" y="4845"/>
                  </a:lnTo>
                  <a:lnTo>
                    <a:pt x="9002" y="4857"/>
                  </a:lnTo>
                  <a:lnTo>
                    <a:pt x="8905" y="4870"/>
                  </a:lnTo>
                  <a:lnTo>
                    <a:pt x="8809" y="4880"/>
                  </a:lnTo>
                  <a:lnTo>
                    <a:pt x="8713" y="4891"/>
                  </a:lnTo>
                  <a:lnTo>
                    <a:pt x="8616" y="4900"/>
                  </a:lnTo>
                  <a:lnTo>
                    <a:pt x="8520" y="4909"/>
                  </a:lnTo>
                  <a:lnTo>
                    <a:pt x="8424" y="4919"/>
                  </a:lnTo>
                  <a:lnTo>
                    <a:pt x="8257" y="4933"/>
                  </a:lnTo>
                  <a:lnTo>
                    <a:pt x="8090" y="4946"/>
                  </a:lnTo>
                  <a:lnTo>
                    <a:pt x="7923" y="4958"/>
                  </a:lnTo>
                  <a:lnTo>
                    <a:pt x="7756" y="4967"/>
                  </a:lnTo>
                  <a:lnTo>
                    <a:pt x="7589" y="4975"/>
                  </a:lnTo>
                  <a:lnTo>
                    <a:pt x="7422" y="4982"/>
                  </a:lnTo>
                  <a:lnTo>
                    <a:pt x="7255" y="4987"/>
                  </a:lnTo>
                  <a:lnTo>
                    <a:pt x="7088" y="4991"/>
                  </a:lnTo>
                  <a:lnTo>
                    <a:pt x="6921" y="4994"/>
                  </a:lnTo>
                  <a:lnTo>
                    <a:pt x="6754" y="4997"/>
                  </a:lnTo>
                  <a:lnTo>
                    <a:pt x="6587" y="4998"/>
                  </a:lnTo>
                  <a:lnTo>
                    <a:pt x="6420" y="4998"/>
                  </a:lnTo>
                  <a:lnTo>
                    <a:pt x="6253" y="4998"/>
                  </a:lnTo>
                  <a:lnTo>
                    <a:pt x="6086" y="4997"/>
                  </a:lnTo>
                  <a:lnTo>
                    <a:pt x="5918" y="4994"/>
                  </a:lnTo>
                  <a:lnTo>
                    <a:pt x="5751" y="4991"/>
                  </a:lnTo>
                  <a:lnTo>
                    <a:pt x="5620" y="4989"/>
                  </a:lnTo>
                  <a:lnTo>
                    <a:pt x="5488" y="4986"/>
                  </a:lnTo>
                  <a:lnTo>
                    <a:pt x="5356" y="4982"/>
                  </a:lnTo>
                  <a:lnTo>
                    <a:pt x="5223" y="4978"/>
                  </a:lnTo>
                  <a:lnTo>
                    <a:pt x="5092" y="4972"/>
                  </a:lnTo>
                  <a:lnTo>
                    <a:pt x="4960" y="4966"/>
                  </a:lnTo>
                  <a:lnTo>
                    <a:pt x="4828" y="4960"/>
                  </a:lnTo>
                  <a:lnTo>
                    <a:pt x="4697" y="4951"/>
                  </a:lnTo>
                  <a:lnTo>
                    <a:pt x="4565" y="4943"/>
                  </a:lnTo>
                  <a:lnTo>
                    <a:pt x="4434" y="4934"/>
                  </a:lnTo>
                  <a:lnTo>
                    <a:pt x="4303" y="4924"/>
                  </a:lnTo>
                  <a:lnTo>
                    <a:pt x="4170" y="4913"/>
                  </a:lnTo>
                  <a:lnTo>
                    <a:pt x="4039" y="4901"/>
                  </a:lnTo>
                  <a:lnTo>
                    <a:pt x="3908" y="4889"/>
                  </a:lnTo>
                  <a:lnTo>
                    <a:pt x="3776" y="4877"/>
                  </a:lnTo>
                  <a:lnTo>
                    <a:pt x="3645" y="4862"/>
                  </a:lnTo>
                  <a:lnTo>
                    <a:pt x="3537" y="4851"/>
                  </a:lnTo>
                  <a:lnTo>
                    <a:pt x="3430" y="4839"/>
                  </a:lnTo>
                  <a:lnTo>
                    <a:pt x="3322" y="4825"/>
                  </a:lnTo>
                  <a:lnTo>
                    <a:pt x="3215" y="4812"/>
                  </a:lnTo>
                  <a:lnTo>
                    <a:pt x="3107" y="4798"/>
                  </a:lnTo>
                  <a:lnTo>
                    <a:pt x="2999" y="4782"/>
                  </a:lnTo>
                  <a:lnTo>
                    <a:pt x="2892" y="4767"/>
                  </a:lnTo>
                  <a:lnTo>
                    <a:pt x="2785" y="4750"/>
                  </a:lnTo>
                  <a:lnTo>
                    <a:pt x="2679" y="4732"/>
                  </a:lnTo>
                  <a:lnTo>
                    <a:pt x="2572" y="4713"/>
                  </a:lnTo>
                  <a:lnTo>
                    <a:pt x="2466" y="4692"/>
                  </a:lnTo>
                  <a:lnTo>
                    <a:pt x="2360" y="4670"/>
                  </a:lnTo>
                  <a:lnTo>
                    <a:pt x="2255" y="4646"/>
                  </a:lnTo>
                  <a:lnTo>
                    <a:pt x="2149" y="4622"/>
                  </a:lnTo>
                  <a:lnTo>
                    <a:pt x="2044" y="4595"/>
                  </a:lnTo>
                  <a:lnTo>
                    <a:pt x="1939" y="4566"/>
                  </a:lnTo>
                  <a:lnTo>
                    <a:pt x="1864" y="4545"/>
                  </a:lnTo>
                  <a:lnTo>
                    <a:pt x="1791" y="4522"/>
                  </a:lnTo>
                  <a:lnTo>
                    <a:pt x="1754" y="4510"/>
                  </a:lnTo>
                  <a:lnTo>
                    <a:pt x="1717" y="4497"/>
                  </a:lnTo>
                  <a:lnTo>
                    <a:pt x="1681" y="4483"/>
                  </a:lnTo>
                  <a:lnTo>
                    <a:pt x="1645" y="4470"/>
                  </a:lnTo>
                  <a:lnTo>
                    <a:pt x="1609" y="4455"/>
                  </a:lnTo>
                  <a:lnTo>
                    <a:pt x="1573" y="4439"/>
                  </a:lnTo>
                  <a:lnTo>
                    <a:pt x="1539" y="4423"/>
                  </a:lnTo>
                  <a:lnTo>
                    <a:pt x="1504" y="4406"/>
                  </a:lnTo>
                  <a:lnTo>
                    <a:pt x="1469" y="4388"/>
                  </a:lnTo>
                  <a:lnTo>
                    <a:pt x="1435" y="4369"/>
                  </a:lnTo>
                  <a:lnTo>
                    <a:pt x="1402" y="4348"/>
                  </a:lnTo>
                  <a:lnTo>
                    <a:pt x="1370" y="4327"/>
                  </a:lnTo>
                  <a:lnTo>
                    <a:pt x="1355" y="4318"/>
                  </a:lnTo>
                  <a:lnTo>
                    <a:pt x="1342" y="4307"/>
                  </a:lnTo>
                  <a:lnTo>
                    <a:pt x="1330" y="4297"/>
                  </a:lnTo>
                  <a:lnTo>
                    <a:pt x="1317" y="4287"/>
                  </a:lnTo>
                  <a:lnTo>
                    <a:pt x="1306" y="4276"/>
                  </a:lnTo>
                  <a:lnTo>
                    <a:pt x="1296" y="4264"/>
                  </a:lnTo>
                  <a:lnTo>
                    <a:pt x="1286" y="4252"/>
                  </a:lnTo>
                  <a:lnTo>
                    <a:pt x="1275" y="4240"/>
                  </a:lnTo>
                  <a:lnTo>
                    <a:pt x="1266" y="4227"/>
                  </a:lnTo>
                  <a:lnTo>
                    <a:pt x="1258" y="4214"/>
                  </a:lnTo>
                  <a:lnTo>
                    <a:pt x="1250" y="4200"/>
                  </a:lnTo>
                  <a:lnTo>
                    <a:pt x="1243" y="4187"/>
                  </a:lnTo>
                  <a:lnTo>
                    <a:pt x="1235" y="4171"/>
                  </a:lnTo>
                  <a:lnTo>
                    <a:pt x="1229" y="4156"/>
                  </a:lnTo>
                  <a:lnTo>
                    <a:pt x="1223" y="4140"/>
                  </a:lnTo>
                  <a:lnTo>
                    <a:pt x="1218" y="4123"/>
                  </a:lnTo>
                  <a:lnTo>
                    <a:pt x="1142" y="3872"/>
                  </a:lnTo>
                  <a:lnTo>
                    <a:pt x="1067" y="3621"/>
                  </a:lnTo>
                  <a:lnTo>
                    <a:pt x="992" y="3370"/>
                  </a:lnTo>
                  <a:lnTo>
                    <a:pt x="915" y="3120"/>
                  </a:lnTo>
                  <a:lnTo>
                    <a:pt x="839" y="2869"/>
                  </a:lnTo>
                  <a:lnTo>
                    <a:pt x="763" y="2618"/>
                  </a:lnTo>
                  <a:lnTo>
                    <a:pt x="687" y="2367"/>
                  </a:lnTo>
                  <a:lnTo>
                    <a:pt x="612" y="2116"/>
                  </a:lnTo>
                  <a:lnTo>
                    <a:pt x="537" y="1864"/>
                  </a:lnTo>
                  <a:lnTo>
                    <a:pt x="461" y="1613"/>
                  </a:lnTo>
                  <a:lnTo>
                    <a:pt x="386" y="1362"/>
                  </a:lnTo>
                  <a:lnTo>
                    <a:pt x="312" y="1110"/>
                  </a:lnTo>
                  <a:lnTo>
                    <a:pt x="239" y="859"/>
                  </a:lnTo>
                  <a:lnTo>
                    <a:pt x="166" y="608"/>
                  </a:lnTo>
                  <a:lnTo>
                    <a:pt x="93" y="355"/>
                  </a:lnTo>
                  <a:lnTo>
                    <a:pt x="21" y="103"/>
                  </a:lnTo>
                  <a:lnTo>
                    <a:pt x="12" y="79"/>
                  </a:lnTo>
                  <a:lnTo>
                    <a:pt x="4" y="56"/>
                  </a:lnTo>
                  <a:lnTo>
                    <a:pt x="2" y="50"/>
                  </a:lnTo>
                  <a:lnTo>
                    <a:pt x="1" y="43"/>
                  </a:lnTo>
                  <a:lnTo>
                    <a:pt x="0" y="37"/>
                  </a:lnTo>
                  <a:lnTo>
                    <a:pt x="1" y="32"/>
                  </a:lnTo>
                  <a:lnTo>
                    <a:pt x="2" y="27"/>
                  </a:lnTo>
                  <a:lnTo>
                    <a:pt x="3" y="22"/>
                  </a:lnTo>
                  <a:lnTo>
                    <a:pt x="6" y="17"/>
                  </a:lnTo>
                  <a:lnTo>
                    <a:pt x="10" y="13"/>
                  </a:lnTo>
                  <a:lnTo>
                    <a:pt x="16" y="8"/>
                  </a:lnTo>
                  <a:lnTo>
                    <a:pt x="23" y="3"/>
                  </a:lnTo>
                  <a:lnTo>
                    <a:pt x="29" y="1"/>
                  </a:lnTo>
                  <a:lnTo>
                    <a:pt x="34" y="0"/>
                  </a:lnTo>
                  <a:lnTo>
                    <a:pt x="40" y="1"/>
                  </a:lnTo>
                  <a:lnTo>
                    <a:pt x="46" y="2"/>
                  </a:lnTo>
                  <a:lnTo>
                    <a:pt x="52" y="3"/>
                  </a:lnTo>
                  <a:lnTo>
                    <a:pt x="58" y="7"/>
                  </a:lnTo>
                  <a:lnTo>
                    <a:pt x="83" y="20"/>
                  </a:lnTo>
                  <a:lnTo>
                    <a:pt x="105" y="33"/>
                  </a:lnTo>
                  <a:lnTo>
                    <a:pt x="158" y="57"/>
                  </a:lnTo>
                  <a:lnTo>
                    <a:pt x="210" y="79"/>
                  </a:lnTo>
                  <a:lnTo>
                    <a:pt x="263" y="101"/>
                  </a:lnTo>
                  <a:lnTo>
                    <a:pt x="315" y="121"/>
                  </a:lnTo>
                  <a:lnTo>
                    <a:pt x="369" y="142"/>
                  </a:lnTo>
                  <a:lnTo>
                    <a:pt x="421" y="162"/>
                  </a:lnTo>
                  <a:lnTo>
                    <a:pt x="474" y="182"/>
                  </a:lnTo>
                  <a:lnTo>
                    <a:pt x="529" y="200"/>
                  </a:lnTo>
                  <a:lnTo>
                    <a:pt x="582" y="219"/>
                  </a:lnTo>
                  <a:lnTo>
                    <a:pt x="635" y="237"/>
                  </a:lnTo>
                  <a:lnTo>
                    <a:pt x="689" y="254"/>
                  </a:lnTo>
                  <a:lnTo>
                    <a:pt x="743" y="271"/>
                  </a:lnTo>
                  <a:lnTo>
                    <a:pt x="851" y="304"/>
                  </a:lnTo>
                  <a:lnTo>
                    <a:pt x="960" y="334"/>
                  </a:lnTo>
                  <a:lnTo>
                    <a:pt x="1069" y="363"/>
                  </a:lnTo>
                  <a:lnTo>
                    <a:pt x="1179" y="391"/>
                  </a:lnTo>
                  <a:lnTo>
                    <a:pt x="1289" y="416"/>
                  </a:lnTo>
                  <a:lnTo>
                    <a:pt x="1399" y="441"/>
                  </a:lnTo>
                  <a:lnTo>
                    <a:pt x="1510" y="464"/>
                  </a:lnTo>
                  <a:lnTo>
                    <a:pt x="1622" y="487"/>
                  </a:lnTo>
                  <a:lnTo>
                    <a:pt x="1732" y="508"/>
                  </a:lnTo>
                  <a:lnTo>
                    <a:pt x="1844" y="529"/>
                  </a:lnTo>
                  <a:lnTo>
                    <a:pt x="1970" y="550"/>
                  </a:lnTo>
                  <a:lnTo>
                    <a:pt x="2095" y="572"/>
                  </a:lnTo>
                  <a:lnTo>
                    <a:pt x="2221" y="591"/>
                  </a:lnTo>
                  <a:lnTo>
                    <a:pt x="2346" y="611"/>
                  </a:lnTo>
                  <a:lnTo>
                    <a:pt x="2472" y="628"/>
                  </a:lnTo>
                  <a:lnTo>
                    <a:pt x="2598" y="646"/>
                  </a:lnTo>
                  <a:lnTo>
                    <a:pt x="2724" y="661"/>
                  </a:lnTo>
                  <a:lnTo>
                    <a:pt x="2850" y="676"/>
                  </a:lnTo>
                  <a:lnTo>
                    <a:pt x="2976" y="691"/>
                  </a:lnTo>
                  <a:lnTo>
                    <a:pt x="3103" y="704"/>
                  </a:lnTo>
                  <a:lnTo>
                    <a:pt x="3229" y="716"/>
                  </a:lnTo>
                  <a:lnTo>
                    <a:pt x="3356" y="727"/>
                  </a:lnTo>
                  <a:lnTo>
                    <a:pt x="3482" y="739"/>
                  </a:lnTo>
                  <a:lnTo>
                    <a:pt x="3609" y="749"/>
                  </a:lnTo>
                  <a:lnTo>
                    <a:pt x="3736" y="758"/>
                  </a:lnTo>
                  <a:lnTo>
                    <a:pt x="3863" y="766"/>
                  </a:lnTo>
                  <a:lnTo>
                    <a:pt x="3945" y="773"/>
                  </a:lnTo>
                  <a:lnTo>
                    <a:pt x="4027" y="778"/>
                  </a:lnTo>
                  <a:lnTo>
                    <a:pt x="4109" y="782"/>
                  </a:lnTo>
                  <a:lnTo>
                    <a:pt x="4192" y="786"/>
                  </a:lnTo>
                  <a:lnTo>
                    <a:pt x="4274" y="791"/>
                  </a:lnTo>
                  <a:lnTo>
                    <a:pt x="4356" y="795"/>
                  </a:lnTo>
                  <a:lnTo>
                    <a:pt x="4438" y="798"/>
                  </a:lnTo>
                  <a:lnTo>
                    <a:pt x="4521" y="802"/>
                  </a:lnTo>
                  <a:lnTo>
                    <a:pt x="4603" y="805"/>
                  </a:lnTo>
                  <a:lnTo>
                    <a:pt x="4685" y="809"/>
                  </a:lnTo>
                  <a:lnTo>
                    <a:pt x="4768" y="812"/>
                  </a:lnTo>
                  <a:lnTo>
                    <a:pt x="4850" y="816"/>
                  </a:lnTo>
                  <a:lnTo>
                    <a:pt x="4932" y="819"/>
                  </a:lnTo>
                  <a:lnTo>
                    <a:pt x="5014" y="821"/>
                  </a:lnTo>
                  <a:lnTo>
                    <a:pt x="5096" y="824"/>
                  </a:lnTo>
                  <a:lnTo>
                    <a:pt x="5178" y="827"/>
                  </a:lnTo>
                  <a:lnTo>
                    <a:pt x="5250" y="829"/>
                  </a:lnTo>
                  <a:lnTo>
                    <a:pt x="5322" y="831"/>
                  </a:lnTo>
                  <a:lnTo>
                    <a:pt x="5394" y="833"/>
                  </a:lnTo>
                  <a:lnTo>
                    <a:pt x="5464" y="835"/>
                  </a:lnTo>
                  <a:lnTo>
                    <a:pt x="5536" y="837"/>
                  </a:lnTo>
                  <a:lnTo>
                    <a:pt x="5608" y="838"/>
                  </a:lnTo>
                  <a:lnTo>
                    <a:pt x="5679" y="839"/>
                  </a:lnTo>
                  <a:lnTo>
                    <a:pt x="5750" y="840"/>
                  </a:lnTo>
                  <a:lnTo>
                    <a:pt x="5822" y="840"/>
                  </a:lnTo>
                  <a:lnTo>
                    <a:pt x="5893" y="840"/>
                  </a:lnTo>
                  <a:lnTo>
                    <a:pt x="5965" y="840"/>
                  </a:lnTo>
                  <a:lnTo>
                    <a:pt x="6036" y="840"/>
                  </a:lnTo>
                  <a:lnTo>
                    <a:pt x="6108" y="839"/>
                  </a:lnTo>
                  <a:lnTo>
                    <a:pt x="6179" y="838"/>
                  </a:lnTo>
                  <a:lnTo>
                    <a:pt x="6251" y="837"/>
                  </a:lnTo>
                  <a:lnTo>
                    <a:pt x="6322" y="836"/>
                  </a:lnTo>
                  <a:lnTo>
                    <a:pt x="6445" y="833"/>
                  </a:lnTo>
                  <a:lnTo>
                    <a:pt x="6566" y="829"/>
                  </a:lnTo>
                  <a:lnTo>
                    <a:pt x="6688" y="826"/>
                  </a:lnTo>
                  <a:lnTo>
                    <a:pt x="6810" y="822"/>
                  </a:lnTo>
                  <a:lnTo>
                    <a:pt x="6933" y="819"/>
                  </a:lnTo>
                  <a:lnTo>
                    <a:pt x="7055" y="814"/>
                  </a:lnTo>
                  <a:lnTo>
                    <a:pt x="7177" y="809"/>
                  </a:lnTo>
                  <a:lnTo>
                    <a:pt x="7300" y="804"/>
                  </a:lnTo>
                  <a:lnTo>
                    <a:pt x="7422" y="799"/>
                  </a:lnTo>
                  <a:lnTo>
                    <a:pt x="7544" y="794"/>
                  </a:lnTo>
                  <a:lnTo>
                    <a:pt x="7666" y="788"/>
                  </a:lnTo>
                  <a:lnTo>
                    <a:pt x="7788" y="781"/>
                  </a:lnTo>
                  <a:lnTo>
                    <a:pt x="7911" y="774"/>
                  </a:lnTo>
                  <a:lnTo>
                    <a:pt x="8032" y="765"/>
                  </a:lnTo>
                  <a:lnTo>
                    <a:pt x="8154" y="757"/>
                  </a:lnTo>
                  <a:lnTo>
                    <a:pt x="8276" y="748"/>
                  </a:lnTo>
                  <a:lnTo>
                    <a:pt x="8423" y="736"/>
                  </a:lnTo>
                  <a:lnTo>
                    <a:pt x="8569" y="723"/>
                  </a:lnTo>
                  <a:lnTo>
                    <a:pt x="8716" y="710"/>
                  </a:lnTo>
                  <a:lnTo>
                    <a:pt x="8862" y="697"/>
                  </a:lnTo>
                  <a:lnTo>
                    <a:pt x="9009" y="682"/>
                  </a:lnTo>
                  <a:lnTo>
                    <a:pt x="9155" y="667"/>
                  </a:lnTo>
                  <a:lnTo>
                    <a:pt x="9302" y="651"/>
                  </a:lnTo>
                  <a:lnTo>
                    <a:pt x="9447" y="633"/>
                  </a:lnTo>
                  <a:lnTo>
                    <a:pt x="9593" y="615"/>
                  </a:lnTo>
                  <a:lnTo>
                    <a:pt x="9739" y="595"/>
                  </a:lnTo>
                  <a:lnTo>
                    <a:pt x="9885" y="575"/>
                  </a:lnTo>
                  <a:lnTo>
                    <a:pt x="10029" y="553"/>
                  </a:lnTo>
                  <a:lnTo>
                    <a:pt x="10174" y="530"/>
                  </a:lnTo>
                  <a:lnTo>
                    <a:pt x="10320" y="505"/>
                  </a:lnTo>
                  <a:lnTo>
                    <a:pt x="10464" y="479"/>
                  </a:lnTo>
                  <a:lnTo>
                    <a:pt x="10609" y="451"/>
                  </a:lnTo>
                  <a:lnTo>
                    <a:pt x="10673" y="438"/>
                  </a:lnTo>
                  <a:lnTo>
                    <a:pt x="10739" y="424"/>
                  </a:lnTo>
                  <a:lnTo>
                    <a:pt x="10803" y="410"/>
                  </a:lnTo>
                  <a:lnTo>
                    <a:pt x="10867" y="396"/>
                  </a:lnTo>
                  <a:lnTo>
                    <a:pt x="10932" y="380"/>
                  </a:lnTo>
                  <a:lnTo>
                    <a:pt x="10996" y="365"/>
                  </a:lnTo>
                  <a:lnTo>
                    <a:pt x="11060" y="349"/>
                  </a:lnTo>
                  <a:lnTo>
                    <a:pt x="11123" y="332"/>
                  </a:lnTo>
                  <a:lnTo>
                    <a:pt x="11187" y="314"/>
                  </a:lnTo>
                  <a:lnTo>
                    <a:pt x="11250" y="295"/>
                  </a:lnTo>
                  <a:lnTo>
                    <a:pt x="11313" y="276"/>
                  </a:lnTo>
                  <a:lnTo>
                    <a:pt x="11376" y="255"/>
                  </a:lnTo>
                  <a:lnTo>
                    <a:pt x="11439" y="234"/>
                  </a:lnTo>
                  <a:lnTo>
                    <a:pt x="11500" y="211"/>
                  </a:lnTo>
                  <a:lnTo>
                    <a:pt x="11563" y="188"/>
                  </a:lnTo>
                  <a:lnTo>
                    <a:pt x="11624" y="163"/>
                  </a:lnTo>
                  <a:lnTo>
                    <a:pt x="11666" y="145"/>
                  </a:lnTo>
                  <a:lnTo>
                    <a:pt x="11707" y="125"/>
                  </a:lnTo>
                  <a:lnTo>
                    <a:pt x="11748" y="104"/>
                  </a:lnTo>
                  <a:lnTo>
                    <a:pt x="11789" y="83"/>
                  </a:lnTo>
                  <a:lnTo>
                    <a:pt x="11831" y="62"/>
                  </a:lnTo>
                  <a:lnTo>
                    <a:pt x="11873" y="40"/>
                  </a:lnTo>
                  <a:lnTo>
                    <a:pt x="11917" y="21"/>
                  </a:lnTo>
                  <a:lnTo>
                    <a:pt x="11962" y="1"/>
                  </a:lnTo>
                  <a:close/>
                </a:path>
              </a:pathLst>
            </a:custGeom>
            <a:solidFill>
              <a:srgbClr val="D31D46"/>
            </a:solidFill>
            <a:ln>
              <a:noFill/>
            </a:ln>
          </p:spPr>
          <p:txBody>
            <a:bodyPr anchorCtr="0" anchor="t" bIns="22850" lIns="45700" spcFirstLastPara="1" rIns="45700" wrap="square" tIns="22850">
              <a:noAutofit/>
            </a:bodyPr>
            <a:lstStyle/>
            <a:p>
              <a:pPr indent="0" lvl="0" marL="0" marR="0" rtl="0" algn="l">
                <a:spcBef>
                  <a:spcPts val="0"/>
                </a:spcBef>
                <a:spcAft>
                  <a:spcPts val="0"/>
                </a:spcAft>
                <a:buNone/>
              </a:pPr>
              <a:r>
                <a:t/>
              </a:r>
              <a:endParaRPr sz="900">
                <a:solidFill>
                  <a:srgbClr val="000000"/>
                </a:solidFill>
                <a:latin typeface="Calibri"/>
                <a:ea typeface="Calibri"/>
                <a:cs typeface="Calibri"/>
                <a:sym typeface="Calibri"/>
              </a:endParaRPr>
            </a:p>
          </p:txBody>
        </p:sp>
        <p:sp>
          <p:nvSpPr>
            <p:cNvPr id="107" name="Google Shape;107;p29"/>
            <p:cNvSpPr/>
            <p:nvPr/>
          </p:nvSpPr>
          <p:spPr>
            <a:xfrm>
              <a:off x="13057850" y="4751069"/>
              <a:ext cx="3050311" cy="924603"/>
            </a:xfrm>
            <a:custGeom>
              <a:rect b="b" l="l" r="r" t="t"/>
              <a:pathLst>
                <a:path extrusionOk="0" h="3788" w="9264">
                  <a:moveTo>
                    <a:pt x="9264" y="104"/>
                  </a:moveTo>
                  <a:lnTo>
                    <a:pt x="9244" y="175"/>
                  </a:lnTo>
                  <a:lnTo>
                    <a:pt x="9223" y="245"/>
                  </a:lnTo>
                  <a:lnTo>
                    <a:pt x="9204" y="313"/>
                  </a:lnTo>
                  <a:lnTo>
                    <a:pt x="9183" y="379"/>
                  </a:lnTo>
                  <a:lnTo>
                    <a:pt x="9164" y="446"/>
                  </a:lnTo>
                  <a:lnTo>
                    <a:pt x="9145" y="511"/>
                  </a:lnTo>
                  <a:lnTo>
                    <a:pt x="9126" y="576"/>
                  </a:lnTo>
                  <a:lnTo>
                    <a:pt x="9106" y="640"/>
                  </a:lnTo>
                  <a:lnTo>
                    <a:pt x="9063" y="785"/>
                  </a:lnTo>
                  <a:lnTo>
                    <a:pt x="9019" y="929"/>
                  </a:lnTo>
                  <a:lnTo>
                    <a:pt x="8976" y="1074"/>
                  </a:lnTo>
                  <a:lnTo>
                    <a:pt x="8932" y="1218"/>
                  </a:lnTo>
                  <a:lnTo>
                    <a:pt x="8889" y="1362"/>
                  </a:lnTo>
                  <a:lnTo>
                    <a:pt x="8845" y="1507"/>
                  </a:lnTo>
                  <a:lnTo>
                    <a:pt x="8801" y="1650"/>
                  </a:lnTo>
                  <a:lnTo>
                    <a:pt x="8756" y="1794"/>
                  </a:lnTo>
                  <a:lnTo>
                    <a:pt x="8712" y="1939"/>
                  </a:lnTo>
                  <a:lnTo>
                    <a:pt x="8667" y="2082"/>
                  </a:lnTo>
                  <a:lnTo>
                    <a:pt x="8622" y="2227"/>
                  </a:lnTo>
                  <a:lnTo>
                    <a:pt x="8576" y="2370"/>
                  </a:lnTo>
                  <a:lnTo>
                    <a:pt x="8530" y="2513"/>
                  </a:lnTo>
                  <a:lnTo>
                    <a:pt x="8483" y="2657"/>
                  </a:lnTo>
                  <a:lnTo>
                    <a:pt x="8435" y="2800"/>
                  </a:lnTo>
                  <a:lnTo>
                    <a:pt x="8388" y="2943"/>
                  </a:lnTo>
                  <a:lnTo>
                    <a:pt x="8382" y="2959"/>
                  </a:lnTo>
                  <a:lnTo>
                    <a:pt x="8376" y="2974"/>
                  </a:lnTo>
                  <a:lnTo>
                    <a:pt x="8370" y="2988"/>
                  </a:lnTo>
                  <a:lnTo>
                    <a:pt x="8363" y="3003"/>
                  </a:lnTo>
                  <a:lnTo>
                    <a:pt x="8355" y="3016"/>
                  </a:lnTo>
                  <a:lnTo>
                    <a:pt x="8348" y="3029"/>
                  </a:lnTo>
                  <a:lnTo>
                    <a:pt x="8340" y="3042"/>
                  </a:lnTo>
                  <a:lnTo>
                    <a:pt x="8331" y="3054"/>
                  </a:lnTo>
                  <a:lnTo>
                    <a:pt x="8322" y="3065"/>
                  </a:lnTo>
                  <a:lnTo>
                    <a:pt x="8311" y="3076"/>
                  </a:lnTo>
                  <a:lnTo>
                    <a:pt x="8301" y="3088"/>
                  </a:lnTo>
                  <a:lnTo>
                    <a:pt x="8290" y="3098"/>
                  </a:lnTo>
                  <a:lnTo>
                    <a:pt x="8279" y="3108"/>
                  </a:lnTo>
                  <a:lnTo>
                    <a:pt x="8266" y="3118"/>
                  </a:lnTo>
                  <a:lnTo>
                    <a:pt x="8253" y="3128"/>
                  </a:lnTo>
                  <a:lnTo>
                    <a:pt x="8240" y="3137"/>
                  </a:lnTo>
                  <a:lnTo>
                    <a:pt x="8211" y="3154"/>
                  </a:lnTo>
                  <a:lnTo>
                    <a:pt x="8183" y="3172"/>
                  </a:lnTo>
                  <a:lnTo>
                    <a:pt x="8155" y="3188"/>
                  </a:lnTo>
                  <a:lnTo>
                    <a:pt x="8126" y="3204"/>
                  </a:lnTo>
                  <a:lnTo>
                    <a:pt x="8069" y="3235"/>
                  </a:lnTo>
                  <a:lnTo>
                    <a:pt x="8010" y="3265"/>
                  </a:lnTo>
                  <a:lnTo>
                    <a:pt x="7951" y="3293"/>
                  </a:lnTo>
                  <a:lnTo>
                    <a:pt x="7890" y="3318"/>
                  </a:lnTo>
                  <a:lnTo>
                    <a:pt x="7830" y="3343"/>
                  </a:lnTo>
                  <a:lnTo>
                    <a:pt x="7770" y="3365"/>
                  </a:lnTo>
                  <a:lnTo>
                    <a:pt x="7708" y="3388"/>
                  </a:lnTo>
                  <a:lnTo>
                    <a:pt x="7647" y="3408"/>
                  </a:lnTo>
                  <a:lnTo>
                    <a:pt x="7584" y="3428"/>
                  </a:lnTo>
                  <a:lnTo>
                    <a:pt x="7522" y="3446"/>
                  </a:lnTo>
                  <a:lnTo>
                    <a:pt x="7458" y="3464"/>
                  </a:lnTo>
                  <a:lnTo>
                    <a:pt x="7395" y="3480"/>
                  </a:lnTo>
                  <a:lnTo>
                    <a:pt x="7331" y="3496"/>
                  </a:lnTo>
                  <a:lnTo>
                    <a:pt x="7268" y="3512"/>
                  </a:lnTo>
                  <a:lnTo>
                    <a:pt x="7148" y="3539"/>
                  </a:lnTo>
                  <a:lnTo>
                    <a:pt x="7028" y="3565"/>
                  </a:lnTo>
                  <a:lnTo>
                    <a:pt x="6907" y="3588"/>
                  </a:lnTo>
                  <a:lnTo>
                    <a:pt x="6786" y="3611"/>
                  </a:lnTo>
                  <a:lnTo>
                    <a:pt x="6665" y="3631"/>
                  </a:lnTo>
                  <a:lnTo>
                    <a:pt x="6543" y="3650"/>
                  </a:lnTo>
                  <a:lnTo>
                    <a:pt x="6422" y="3667"/>
                  </a:lnTo>
                  <a:lnTo>
                    <a:pt x="6301" y="3684"/>
                  </a:lnTo>
                  <a:lnTo>
                    <a:pt x="6179" y="3698"/>
                  </a:lnTo>
                  <a:lnTo>
                    <a:pt x="6057" y="3711"/>
                  </a:lnTo>
                  <a:lnTo>
                    <a:pt x="5935" y="3723"/>
                  </a:lnTo>
                  <a:lnTo>
                    <a:pt x="5812" y="3734"/>
                  </a:lnTo>
                  <a:lnTo>
                    <a:pt x="5690" y="3744"/>
                  </a:lnTo>
                  <a:lnTo>
                    <a:pt x="5567" y="3752"/>
                  </a:lnTo>
                  <a:lnTo>
                    <a:pt x="5444" y="3760"/>
                  </a:lnTo>
                  <a:lnTo>
                    <a:pt x="5321" y="3767"/>
                  </a:lnTo>
                  <a:lnTo>
                    <a:pt x="5235" y="3772"/>
                  </a:lnTo>
                  <a:lnTo>
                    <a:pt x="5149" y="3775"/>
                  </a:lnTo>
                  <a:lnTo>
                    <a:pt x="5063" y="3779"/>
                  </a:lnTo>
                  <a:lnTo>
                    <a:pt x="4977" y="3781"/>
                  </a:lnTo>
                  <a:lnTo>
                    <a:pt x="4891" y="3784"/>
                  </a:lnTo>
                  <a:lnTo>
                    <a:pt x="4805" y="3786"/>
                  </a:lnTo>
                  <a:lnTo>
                    <a:pt x="4719" y="3787"/>
                  </a:lnTo>
                  <a:lnTo>
                    <a:pt x="4633" y="3788"/>
                  </a:lnTo>
                  <a:lnTo>
                    <a:pt x="4547" y="3788"/>
                  </a:lnTo>
                  <a:lnTo>
                    <a:pt x="4462" y="3788"/>
                  </a:lnTo>
                  <a:lnTo>
                    <a:pt x="4376" y="3787"/>
                  </a:lnTo>
                  <a:lnTo>
                    <a:pt x="4290" y="3786"/>
                  </a:lnTo>
                  <a:lnTo>
                    <a:pt x="4204" y="3785"/>
                  </a:lnTo>
                  <a:lnTo>
                    <a:pt x="4117" y="3783"/>
                  </a:lnTo>
                  <a:lnTo>
                    <a:pt x="4031" y="3780"/>
                  </a:lnTo>
                  <a:lnTo>
                    <a:pt x="3945" y="3777"/>
                  </a:lnTo>
                  <a:lnTo>
                    <a:pt x="3793" y="3771"/>
                  </a:lnTo>
                  <a:lnTo>
                    <a:pt x="3639" y="3763"/>
                  </a:lnTo>
                  <a:lnTo>
                    <a:pt x="3486" y="3753"/>
                  </a:lnTo>
                  <a:lnTo>
                    <a:pt x="3334" y="3743"/>
                  </a:lnTo>
                  <a:lnTo>
                    <a:pt x="3181" y="3730"/>
                  </a:lnTo>
                  <a:lnTo>
                    <a:pt x="3030" y="3715"/>
                  </a:lnTo>
                  <a:lnTo>
                    <a:pt x="2953" y="3707"/>
                  </a:lnTo>
                  <a:lnTo>
                    <a:pt x="2877" y="3698"/>
                  </a:lnTo>
                  <a:lnTo>
                    <a:pt x="2801" y="3689"/>
                  </a:lnTo>
                  <a:lnTo>
                    <a:pt x="2725" y="3679"/>
                  </a:lnTo>
                  <a:lnTo>
                    <a:pt x="2651" y="3668"/>
                  </a:lnTo>
                  <a:lnTo>
                    <a:pt x="2575" y="3657"/>
                  </a:lnTo>
                  <a:lnTo>
                    <a:pt x="2499" y="3645"/>
                  </a:lnTo>
                  <a:lnTo>
                    <a:pt x="2424" y="3632"/>
                  </a:lnTo>
                  <a:lnTo>
                    <a:pt x="2348" y="3619"/>
                  </a:lnTo>
                  <a:lnTo>
                    <a:pt x="2274" y="3605"/>
                  </a:lnTo>
                  <a:lnTo>
                    <a:pt x="2199" y="3589"/>
                  </a:lnTo>
                  <a:lnTo>
                    <a:pt x="2124" y="3574"/>
                  </a:lnTo>
                  <a:lnTo>
                    <a:pt x="2049" y="3558"/>
                  </a:lnTo>
                  <a:lnTo>
                    <a:pt x="1974" y="3540"/>
                  </a:lnTo>
                  <a:lnTo>
                    <a:pt x="1900" y="3522"/>
                  </a:lnTo>
                  <a:lnTo>
                    <a:pt x="1826" y="3502"/>
                  </a:lnTo>
                  <a:lnTo>
                    <a:pt x="1751" y="3482"/>
                  </a:lnTo>
                  <a:lnTo>
                    <a:pt x="1677" y="3461"/>
                  </a:lnTo>
                  <a:lnTo>
                    <a:pt x="1604" y="3439"/>
                  </a:lnTo>
                  <a:lnTo>
                    <a:pt x="1530" y="3416"/>
                  </a:lnTo>
                  <a:lnTo>
                    <a:pt x="1478" y="3399"/>
                  </a:lnTo>
                  <a:lnTo>
                    <a:pt x="1426" y="3381"/>
                  </a:lnTo>
                  <a:lnTo>
                    <a:pt x="1375" y="3361"/>
                  </a:lnTo>
                  <a:lnTo>
                    <a:pt x="1325" y="3341"/>
                  </a:lnTo>
                  <a:lnTo>
                    <a:pt x="1275" y="3320"/>
                  </a:lnTo>
                  <a:lnTo>
                    <a:pt x="1225" y="3299"/>
                  </a:lnTo>
                  <a:lnTo>
                    <a:pt x="1175" y="3276"/>
                  </a:lnTo>
                  <a:lnTo>
                    <a:pt x="1125" y="3253"/>
                  </a:lnTo>
                  <a:lnTo>
                    <a:pt x="1113" y="3246"/>
                  </a:lnTo>
                  <a:lnTo>
                    <a:pt x="1101" y="3239"/>
                  </a:lnTo>
                  <a:lnTo>
                    <a:pt x="1089" y="3233"/>
                  </a:lnTo>
                  <a:lnTo>
                    <a:pt x="1079" y="3225"/>
                  </a:lnTo>
                  <a:lnTo>
                    <a:pt x="1069" y="3218"/>
                  </a:lnTo>
                  <a:lnTo>
                    <a:pt x="1060" y="3210"/>
                  </a:lnTo>
                  <a:lnTo>
                    <a:pt x="1050" y="3200"/>
                  </a:lnTo>
                  <a:lnTo>
                    <a:pt x="1042" y="3191"/>
                  </a:lnTo>
                  <a:lnTo>
                    <a:pt x="1034" y="3182"/>
                  </a:lnTo>
                  <a:lnTo>
                    <a:pt x="1027" y="3172"/>
                  </a:lnTo>
                  <a:lnTo>
                    <a:pt x="1020" y="3160"/>
                  </a:lnTo>
                  <a:lnTo>
                    <a:pt x="1013" y="3150"/>
                  </a:lnTo>
                  <a:lnTo>
                    <a:pt x="1007" y="3138"/>
                  </a:lnTo>
                  <a:lnTo>
                    <a:pt x="1001" y="3126"/>
                  </a:lnTo>
                  <a:lnTo>
                    <a:pt x="996" y="3113"/>
                  </a:lnTo>
                  <a:lnTo>
                    <a:pt x="991" y="3100"/>
                  </a:lnTo>
                  <a:lnTo>
                    <a:pt x="936" y="2945"/>
                  </a:lnTo>
                  <a:lnTo>
                    <a:pt x="882" y="2792"/>
                  </a:lnTo>
                  <a:lnTo>
                    <a:pt x="829" y="2637"/>
                  </a:lnTo>
                  <a:lnTo>
                    <a:pt x="777" y="2482"/>
                  </a:lnTo>
                  <a:lnTo>
                    <a:pt x="726" y="2327"/>
                  </a:lnTo>
                  <a:lnTo>
                    <a:pt x="675" y="2171"/>
                  </a:lnTo>
                  <a:lnTo>
                    <a:pt x="625" y="2016"/>
                  </a:lnTo>
                  <a:lnTo>
                    <a:pt x="576" y="1860"/>
                  </a:lnTo>
                  <a:lnTo>
                    <a:pt x="527" y="1703"/>
                  </a:lnTo>
                  <a:lnTo>
                    <a:pt x="478" y="1548"/>
                  </a:lnTo>
                  <a:lnTo>
                    <a:pt x="430" y="1391"/>
                  </a:lnTo>
                  <a:lnTo>
                    <a:pt x="381" y="1235"/>
                  </a:lnTo>
                  <a:lnTo>
                    <a:pt x="332" y="1080"/>
                  </a:lnTo>
                  <a:lnTo>
                    <a:pt x="284" y="923"/>
                  </a:lnTo>
                  <a:lnTo>
                    <a:pt x="235" y="767"/>
                  </a:lnTo>
                  <a:lnTo>
                    <a:pt x="186" y="611"/>
                  </a:lnTo>
                  <a:lnTo>
                    <a:pt x="162" y="536"/>
                  </a:lnTo>
                  <a:lnTo>
                    <a:pt x="139" y="461"/>
                  </a:lnTo>
                  <a:lnTo>
                    <a:pt x="115" y="386"/>
                  </a:lnTo>
                  <a:lnTo>
                    <a:pt x="93" y="313"/>
                  </a:lnTo>
                  <a:lnTo>
                    <a:pt x="69" y="238"/>
                  </a:lnTo>
                  <a:lnTo>
                    <a:pt x="46" y="164"/>
                  </a:lnTo>
                  <a:lnTo>
                    <a:pt x="23" y="90"/>
                  </a:lnTo>
                  <a:lnTo>
                    <a:pt x="0" y="18"/>
                  </a:lnTo>
                  <a:lnTo>
                    <a:pt x="5" y="11"/>
                  </a:lnTo>
                  <a:lnTo>
                    <a:pt x="12" y="5"/>
                  </a:lnTo>
                  <a:lnTo>
                    <a:pt x="17" y="2"/>
                  </a:lnTo>
                  <a:lnTo>
                    <a:pt x="22" y="0"/>
                  </a:lnTo>
                  <a:lnTo>
                    <a:pt x="26" y="0"/>
                  </a:lnTo>
                  <a:lnTo>
                    <a:pt x="31" y="1"/>
                  </a:lnTo>
                  <a:lnTo>
                    <a:pt x="35" y="3"/>
                  </a:lnTo>
                  <a:lnTo>
                    <a:pt x="39" y="5"/>
                  </a:lnTo>
                  <a:lnTo>
                    <a:pt x="73" y="27"/>
                  </a:lnTo>
                  <a:lnTo>
                    <a:pt x="108" y="48"/>
                  </a:lnTo>
                  <a:lnTo>
                    <a:pt x="142" y="68"/>
                  </a:lnTo>
                  <a:lnTo>
                    <a:pt x="177" y="87"/>
                  </a:lnTo>
                  <a:lnTo>
                    <a:pt x="211" y="107"/>
                  </a:lnTo>
                  <a:lnTo>
                    <a:pt x="247" y="124"/>
                  </a:lnTo>
                  <a:lnTo>
                    <a:pt x="282" y="142"/>
                  </a:lnTo>
                  <a:lnTo>
                    <a:pt x="318" y="158"/>
                  </a:lnTo>
                  <a:lnTo>
                    <a:pt x="354" y="174"/>
                  </a:lnTo>
                  <a:lnTo>
                    <a:pt x="390" y="189"/>
                  </a:lnTo>
                  <a:lnTo>
                    <a:pt x="427" y="204"/>
                  </a:lnTo>
                  <a:lnTo>
                    <a:pt x="462" y="218"/>
                  </a:lnTo>
                  <a:lnTo>
                    <a:pt x="499" y="232"/>
                  </a:lnTo>
                  <a:lnTo>
                    <a:pt x="536" y="245"/>
                  </a:lnTo>
                  <a:lnTo>
                    <a:pt x="573" y="257"/>
                  </a:lnTo>
                  <a:lnTo>
                    <a:pt x="611" y="270"/>
                  </a:lnTo>
                  <a:lnTo>
                    <a:pt x="686" y="293"/>
                  </a:lnTo>
                  <a:lnTo>
                    <a:pt x="760" y="314"/>
                  </a:lnTo>
                  <a:lnTo>
                    <a:pt x="837" y="334"/>
                  </a:lnTo>
                  <a:lnTo>
                    <a:pt x="913" y="353"/>
                  </a:lnTo>
                  <a:lnTo>
                    <a:pt x="990" y="371"/>
                  </a:lnTo>
                  <a:lnTo>
                    <a:pt x="1067" y="388"/>
                  </a:lnTo>
                  <a:lnTo>
                    <a:pt x="1144" y="405"/>
                  </a:lnTo>
                  <a:lnTo>
                    <a:pt x="1221" y="420"/>
                  </a:lnTo>
                  <a:lnTo>
                    <a:pt x="1330" y="442"/>
                  </a:lnTo>
                  <a:lnTo>
                    <a:pt x="1439" y="462"/>
                  </a:lnTo>
                  <a:lnTo>
                    <a:pt x="1548" y="482"/>
                  </a:lnTo>
                  <a:lnTo>
                    <a:pt x="1657" y="499"/>
                  </a:lnTo>
                  <a:lnTo>
                    <a:pt x="1766" y="515"/>
                  </a:lnTo>
                  <a:lnTo>
                    <a:pt x="1876" y="531"/>
                  </a:lnTo>
                  <a:lnTo>
                    <a:pt x="1986" y="546"/>
                  </a:lnTo>
                  <a:lnTo>
                    <a:pt x="2095" y="559"/>
                  </a:lnTo>
                  <a:lnTo>
                    <a:pt x="2206" y="572"/>
                  </a:lnTo>
                  <a:lnTo>
                    <a:pt x="2316" y="584"/>
                  </a:lnTo>
                  <a:lnTo>
                    <a:pt x="2426" y="595"/>
                  </a:lnTo>
                  <a:lnTo>
                    <a:pt x="2536" y="606"/>
                  </a:lnTo>
                  <a:lnTo>
                    <a:pt x="2646" y="615"/>
                  </a:lnTo>
                  <a:lnTo>
                    <a:pt x="2757" y="624"/>
                  </a:lnTo>
                  <a:lnTo>
                    <a:pt x="2868" y="633"/>
                  </a:lnTo>
                  <a:lnTo>
                    <a:pt x="2978" y="641"/>
                  </a:lnTo>
                  <a:lnTo>
                    <a:pt x="3072" y="648"/>
                  </a:lnTo>
                  <a:lnTo>
                    <a:pt x="3165" y="654"/>
                  </a:lnTo>
                  <a:lnTo>
                    <a:pt x="3259" y="659"/>
                  </a:lnTo>
                  <a:lnTo>
                    <a:pt x="3352" y="663"/>
                  </a:lnTo>
                  <a:lnTo>
                    <a:pt x="3446" y="668"/>
                  </a:lnTo>
                  <a:lnTo>
                    <a:pt x="3540" y="672"/>
                  </a:lnTo>
                  <a:lnTo>
                    <a:pt x="3634" y="675"/>
                  </a:lnTo>
                  <a:lnTo>
                    <a:pt x="3727" y="678"/>
                  </a:lnTo>
                  <a:lnTo>
                    <a:pt x="3821" y="682"/>
                  </a:lnTo>
                  <a:lnTo>
                    <a:pt x="3915" y="685"/>
                  </a:lnTo>
                  <a:lnTo>
                    <a:pt x="4009" y="688"/>
                  </a:lnTo>
                  <a:lnTo>
                    <a:pt x="4102" y="691"/>
                  </a:lnTo>
                  <a:lnTo>
                    <a:pt x="4196" y="694"/>
                  </a:lnTo>
                  <a:lnTo>
                    <a:pt x="4290" y="698"/>
                  </a:lnTo>
                  <a:lnTo>
                    <a:pt x="4384" y="701"/>
                  </a:lnTo>
                  <a:lnTo>
                    <a:pt x="4478" y="704"/>
                  </a:lnTo>
                  <a:lnTo>
                    <a:pt x="4564" y="707"/>
                  </a:lnTo>
                  <a:lnTo>
                    <a:pt x="4650" y="709"/>
                  </a:lnTo>
                  <a:lnTo>
                    <a:pt x="4736" y="711"/>
                  </a:lnTo>
                  <a:lnTo>
                    <a:pt x="4822" y="712"/>
                  </a:lnTo>
                  <a:lnTo>
                    <a:pt x="4908" y="712"/>
                  </a:lnTo>
                  <a:lnTo>
                    <a:pt x="4994" y="712"/>
                  </a:lnTo>
                  <a:lnTo>
                    <a:pt x="5080" y="711"/>
                  </a:lnTo>
                  <a:lnTo>
                    <a:pt x="5165" y="710"/>
                  </a:lnTo>
                  <a:lnTo>
                    <a:pt x="5252" y="708"/>
                  </a:lnTo>
                  <a:lnTo>
                    <a:pt x="5338" y="706"/>
                  </a:lnTo>
                  <a:lnTo>
                    <a:pt x="5424" y="704"/>
                  </a:lnTo>
                  <a:lnTo>
                    <a:pt x="5510" y="702"/>
                  </a:lnTo>
                  <a:lnTo>
                    <a:pt x="5596" y="699"/>
                  </a:lnTo>
                  <a:lnTo>
                    <a:pt x="5681" y="696"/>
                  </a:lnTo>
                  <a:lnTo>
                    <a:pt x="5767" y="694"/>
                  </a:lnTo>
                  <a:lnTo>
                    <a:pt x="5853" y="691"/>
                  </a:lnTo>
                  <a:lnTo>
                    <a:pt x="6018" y="684"/>
                  </a:lnTo>
                  <a:lnTo>
                    <a:pt x="6182" y="678"/>
                  </a:lnTo>
                  <a:lnTo>
                    <a:pt x="6347" y="671"/>
                  </a:lnTo>
                  <a:lnTo>
                    <a:pt x="6511" y="662"/>
                  </a:lnTo>
                  <a:lnTo>
                    <a:pt x="6675" y="653"/>
                  </a:lnTo>
                  <a:lnTo>
                    <a:pt x="6839" y="641"/>
                  </a:lnTo>
                  <a:lnTo>
                    <a:pt x="7003" y="629"/>
                  </a:lnTo>
                  <a:lnTo>
                    <a:pt x="7167" y="615"/>
                  </a:lnTo>
                  <a:lnTo>
                    <a:pt x="7331" y="598"/>
                  </a:lnTo>
                  <a:lnTo>
                    <a:pt x="7494" y="581"/>
                  </a:lnTo>
                  <a:lnTo>
                    <a:pt x="7576" y="571"/>
                  </a:lnTo>
                  <a:lnTo>
                    <a:pt x="7658" y="560"/>
                  </a:lnTo>
                  <a:lnTo>
                    <a:pt x="7739" y="550"/>
                  </a:lnTo>
                  <a:lnTo>
                    <a:pt x="7821" y="538"/>
                  </a:lnTo>
                  <a:lnTo>
                    <a:pt x="7902" y="527"/>
                  </a:lnTo>
                  <a:lnTo>
                    <a:pt x="7984" y="513"/>
                  </a:lnTo>
                  <a:lnTo>
                    <a:pt x="8065" y="500"/>
                  </a:lnTo>
                  <a:lnTo>
                    <a:pt x="8145" y="487"/>
                  </a:lnTo>
                  <a:lnTo>
                    <a:pt x="8226" y="471"/>
                  </a:lnTo>
                  <a:lnTo>
                    <a:pt x="8308" y="456"/>
                  </a:lnTo>
                  <a:lnTo>
                    <a:pt x="8389" y="441"/>
                  </a:lnTo>
                  <a:lnTo>
                    <a:pt x="8470" y="423"/>
                  </a:lnTo>
                  <a:lnTo>
                    <a:pt x="8553" y="405"/>
                  </a:lnTo>
                  <a:lnTo>
                    <a:pt x="8635" y="385"/>
                  </a:lnTo>
                  <a:lnTo>
                    <a:pt x="8676" y="375"/>
                  </a:lnTo>
                  <a:lnTo>
                    <a:pt x="8717" y="364"/>
                  </a:lnTo>
                  <a:lnTo>
                    <a:pt x="8758" y="353"/>
                  </a:lnTo>
                  <a:lnTo>
                    <a:pt x="8798" y="340"/>
                  </a:lnTo>
                  <a:lnTo>
                    <a:pt x="8839" y="327"/>
                  </a:lnTo>
                  <a:lnTo>
                    <a:pt x="8879" y="313"/>
                  </a:lnTo>
                  <a:lnTo>
                    <a:pt x="8918" y="298"/>
                  </a:lnTo>
                  <a:lnTo>
                    <a:pt x="8958" y="283"/>
                  </a:lnTo>
                  <a:lnTo>
                    <a:pt x="8997" y="266"/>
                  </a:lnTo>
                  <a:lnTo>
                    <a:pt x="9035" y="248"/>
                  </a:lnTo>
                  <a:lnTo>
                    <a:pt x="9074" y="230"/>
                  </a:lnTo>
                  <a:lnTo>
                    <a:pt x="9111" y="209"/>
                  </a:lnTo>
                  <a:lnTo>
                    <a:pt x="9129" y="199"/>
                  </a:lnTo>
                  <a:lnTo>
                    <a:pt x="9145" y="188"/>
                  </a:lnTo>
                  <a:lnTo>
                    <a:pt x="9164" y="176"/>
                  </a:lnTo>
                  <a:lnTo>
                    <a:pt x="9181" y="163"/>
                  </a:lnTo>
                  <a:lnTo>
                    <a:pt x="9220" y="136"/>
                  </a:lnTo>
                  <a:lnTo>
                    <a:pt x="9264" y="104"/>
                  </a:lnTo>
                  <a:close/>
                </a:path>
              </a:pathLst>
            </a:custGeom>
            <a:gradFill>
              <a:gsLst>
                <a:gs pos="0">
                  <a:srgbClr val="A6ADB1"/>
                </a:gs>
                <a:gs pos="100000">
                  <a:srgbClr val="BBC0C3"/>
                </a:gs>
              </a:gsLst>
              <a:lin ang="8400134" scaled="0"/>
            </a:gradFill>
            <a:ln>
              <a:noFill/>
            </a:ln>
          </p:spPr>
          <p:txBody>
            <a:bodyPr anchorCtr="0" anchor="t" bIns="22850" lIns="45700" spcFirstLastPara="1" rIns="45700" wrap="square" tIns="22850">
              <a:noAutofit/>
            </a:bodyPr>
            <a:lstStyle/>
            <a:p>
              <a:pPr indent="0" lvl="0" marL="0" marR="0" rtl="0" algn="l">
                <a:spcBef>
                  <a:spcPts val="0"/>
                </a:spcBef>
                <a:spcAft>
                  <a:spcPts val="0"/>
                </a:spcAft>
                <a:buNone/>
              </a:pPr>
              <a:r>
                <a:t/>
              </a:r>
              <a:endParaRPr sz="900">
                <a:solidFill>
                  <a:srgbClr val="000000"/>
                </a:solidFill>
                <a:latin typeface="Calibri"/>
                <a:ea typeface="Calibri"/>
                <a:cs typeface="Calibri"/>
                <a:sym typeface="Calibri"/>
              </a:endParaRPr>
            </a:p>
          </p:txBody>
        </p:sp>
        <p:sp>
          <p:nvSpPr>
            <p:cNvPr id="108" name="Google Shape;108;p29"/>
            <p:cNvSpPr/>
            <p:nvPr/>
          </p:nvSpPr>
          <p:spPr>
            <a:xfrm>
              <a:off x="13393701" y="5675689"/>
              <a:ext cx="2378637" cy="757648"/>
            </a:xfrm>
            <a:custGeom>
              <a:rect b="b" l="l" r="r" t="t"/>
              <a:pathLst>
                <a:path extrusionOk="0" h="3104" w="7226">
                  <a:moveTo>
                    <a:pt x="0" y="137"/>
                  </a:moveTo>
                  <a:lnTo>
                    <a:pt x="65" y="170"/>
                  </a:lnTo>
                  <a:lnTo>
                    <a:pt x="131" y="202"/>
                  </a:lnTo>
                  <a:lnTo>
                    <a:pt x="195" y="232"/>
                  </a:lnTo>
                  <a:lnTo>
                    <a:pt x="262" y="260"/>
                  </a:lnTo>
                  <a:lnTo>
                    <a:pt x="327" y="287"/>
                  </a:lnTo>
                  <a:lnTo>
                    <a:pt x="394" y="312"/>
                  </a:lnTo>
                  <a:lnTo>
                    <a:pt x="461" y="337"/>
                  </a:lnTo>
                  <a:lnTo>
                    <a:pt x="527" y="360"/>
                  </a:lnTo>
                  <a:lnTo>
                    <a:pt x="594" y="380"/>
                  </a:lnTo>
                  <a:lnTo>
                    <a:pt x="660" y="401"/>
                  </a:lnTo>
                  <a:lnTo>
                    <a:pt x="728" y="419"/>
                  </a:lnTo>
                  <a:lnTo>
                    <a:pt x="796" y="437"/>
                  </a:lnTo>
                  <a:lnTo>
                    <a:pt x="863" y="454"/>
                  </a:lnTo>
                  <a:lnTo>
                    <a:pt x="931" y="469"/>
                  </a:lnTo>
                  <a:lnTo>
                    <a:pt x="998" y="483"/>
                  </a:lnTo>
                  <a:lnTo>
                    <a:pt x="1066" y="497"/>
                  </a:lnTo>
                  <a:lnTo>
                    <a:pt x="1135" y="510"/>
                  </a:lnTo>
                  <a:lnTo>
                    <a:pt x="1202" y="521"/>
                  </a:lnTo>
                  <a:lnTo>
                    <a:pt x="1271" y="533"/>
                  </a:lnTo>
                  <a:lnTo>
                    <a:pt x="1340" y="544"/>
                  </a:lnTo>
                  <a:lnTo>
                    <a:pt x="1408" y="553"/>
                  </a:lnTo>
                  <a:lnTo>
                    <a:pt x="1477" y="562"/>
                  </a:lnTo>
                  <a:lnTo>
                    <a:pt x="1546" y="572"/>
                  </a:lnTo>
                  <a:lnTo>
                    <a:pt x="1614" y="580"/>
                  </a:lnTo>
                  <a:lnTo>
                    <a:pt x="1751" y="595"/>
                  </a:lnTo>
                  <a:lnTo>
                    <a:pt x="1890" y="608"/>
                  </a:lnTo>
                  <a:lnTo>
                    <a:pt x="2027" y="622"/>
                  </a:lnTo>
                  <a:lnTo>
                    <a:pt x="2165" y="635"/>
                  </a:lnTo>
                  <a:lnTo>
                    <a:pt x="2278" y="645"/>
                  </a:lnTo>
                  <a:lnTo>
                    <a:pt x="2390" y="653"/>
                  </a:lnTo>
                  <a:lnTo>
                    <a:pt x="2502" y="662"/>
                  </a:lnTo>
                  <a:lnTo>
                    <a:pt x="2615" y="669"/>
                  </a:lnTo>
                  <a:lnTo>
                    <a:pt x="2728" y="675"/>
                  </a:lnTo>
                  <a:lnTo>
                    <a:pt x="2839" y="681"/>
                  </a:lnTo>
                  <a:lnTo>
                    <a:pt x="2952" y="685"/>
                  </a:lnTo>
                  <a:lnTo>
                    <a:pt x="3065" y="688"/>
                  </a:lnTo>
                  <a:lnTo>
                    <a:pt x="3177" y="691"/>
                  </a:lnTo>
                  <a:lnTo>
                    <a:pt x="3290" y="693"/>
                  </a:lnTo>
                  <a:lnTo>
                    <a:pt x="3403" y="694"/>
                  </a:lnTo>
                  <a:lnTo>
                    <a:pt x="3515" y="694"/>
                  </a:lnTo>
                  <a:lnTo>
                    <a:pt x="3628" y="693"/>
                  </a:lnTo>
                  <a:lnTo>
                    <a:pt x="3740" y="692"/>
                  </a:lnTo>
                  <a:lnTo>
                    <a:pt x="3852" y="689"/>
                  </a:lnTo>
                  <a:lnTo>
                    <a:pt x="3965" y="687"/>
                  </a:lnTo>
                  <a:lnTo>
                    <a:pt x="4114" y="682"/>
                  </a:lnTo>
                  <a:lnTo>
                    <a:pt x="4262" y="676"/>
                  </a:lnTo>
                  <a:lnTo>
                    <a:pt x="4410" y="670"/>
                  </a:lnTo>
                  <a:lnTo>
                    <a:pt x="4558" y="662"/>
                  </a:lnTo>
                  <a:lnTo>
                    <a:pt x="4706" y="652"/>
                  </a:lnTo>
                  <a:lnTo>
                    <a:pt x="4854" y="642"/>
                  </a:lnTo>
                  <a:lnTo>
                    <a:pt x="5002" y="629"/>
                  </a:lnTo>
                  <a:lnTo>
                    <a:pt x="5148" y="616"/>
                  </a:lnTo>
                  <a:lnTo>
                    <a:pt x="5222" y="607"/>
                  </a:lnTo>
                  <a:lnTo>
                    <a:pt x="5296" y="599"/>
                  </a:lnTo>
                  <a:lnTo>
                    <a:pt x="5370" y="590"/>
                  </a:lnTo>
                  <a:lnTo>
                    <a:pt x="5443" y="581"/>
                  </a:lnTo>
                  <a:lnTo>
                    <a:pt x="5516" y="571"/>
                  </a:lnTo>
                  <a:lnTo>
                    <a:pt x="5590" y="560"/>
                  </a:lnTo>
                  <a:lnTo>
                    <a:pt x="5663" y="549"/>
                  </a:lnTo>
                  <a:lnTo>
                    <a:pt x="5736" y="537"/>
                  </a:lnTo>
                  <a:lnTo>
                    <a:pt x="5809" y="524"/>
                  </a:lnTo>
                  <a:lnTo>
                    <a:pt x="5882" y="511"/>
                  </a:lnTo>
                  <a:lnTo>
                    <a:pt x="5955" y="498"/>
                  </a:lnTo>
                  <a:lnTo>
                    <a:pt x="6027" y="483"/>
                  </a:lnTo>
                  <a:lnTo>
                    <a:pt x="6100" y="468"/>
                  </a:lnTo>
                  <a:lnTo>
                    <a:pt x="6173" y="452"/>
                  </a:lnTo>
                  <a:lnTo>
                    <a:pt x="6246" y="434"/>
                  </a:lnTo>
                  <a:lnTo>
                    <a:pt x="6318" y="417"/>
                  </a:lnTo>
                  <a:lnTo>
                    <a:pt x="6379" y="402"/>
                  </a:lnTo>
                  <a:lnTo>
                    <a:pt x="6439" y="386"/>
                  </a:lnTo>
                  <a:lnTo>
                    <a:pt x="6499" y="370"/>
                  </a:lnTo>
                  <a:lnTo>
                    <a:pt x="6559" y="352"/>
                  </a:lnTo>
                  <a:lnTo>
                    <a:pt x="6618" y="334"/>
                  </a:lnTo>
                  <a:lnTo>
                    <a:pt x="6677" y="315"/>
                  </a:lnTo>
                  <a:lnTo>
                    <a:pt x="6735" y="293"/>
                  </a:lnTo>
                  <a:lnTo>
                    <a:pt x="6793" y="271"/>
                  </a:lnTo>
                  <a:lnTo>
                    <a:pt x="6820" y="258"/>
                  </a:lnTo>
                  <a:lnTo>
                    <a:pt x="6849" y="245"/>
                  </a:lnTo>
                  <a:lnTo>
                    <a:pt x="6877" y="232"/>
                  </a:lnTo>
                  <a:lnTo>
                    <a:pt x="6904" y="218"/>
                  </a:lnTo>
                  <a:lnTo>
                    <a:pt x="6932" y="204"/>
                  </a:lnTo>
                  <a:lnTo>
                    <a:pt x="6959" y="189"/>
                  </a:lnTo>
                  <a:lnTo>
                    <a:pt x="6985" y="173"/>
                  </a:lnTo>
                  <a:lnTo>
                    <a:pt x="7012" y="157"/>
                  </a:lnTo>
                  <a:lnTo>
                    <a:pt x="7038" y="140"/>
                  </a:lnTo>
                  <a:lnTo>
                    <a:pt x="7064" y="122"/>
                  </a:lnTo>
                  <a:lnTo>
                    <a:pt x="7090" y="105"/>
                  </a:lnTo>
                  <a:lnTo>
                    <a:pt x="7114" y="85"/>
                  </a:lnTo>
                  <a:lnTo>
                    <a:pt x="7140" y="65"/>
                  </a:lnTo>
                  <a:lnTo>
                    <a:pt x="7163" y="44"/>
                  </a:lnTo>
                  <a:lnTo>
                    <a:pt x="7188" y="23"/>
                  </a:lnTo>
                  <a:lnTo>
                    <a:pt x="7212" y="0"/>
                  </a:lnTo>
                  <a:lnTo>
                    <a:pt x="7216" y="4"/>
                  </a:lnTo>
                  <a:lnTo>
                    <a:pt x="7220" y="8"/>
                  </a:lnTo>
                  <a:lnTo>
                    <a:pt x="7223" y="11"/>
                  </a:lnTo>
                  <a:lnTo>
                    <a:pt x="7225" y="16"/>
                  </a:lnTo>
                  <a:lnTo>
                    <a:pt x="7226" y="20"/>
                  </a:lnTo>
                  <a:lnTo>
                    <a:pt x="7226" y="24"/>
                  </a:lnTo>
                  <a:lnTo>
                    <a:pt x="7226" y="27"/>
                  </a:lnTo>
                  <a:lnTo>
                    <a:pt x="7226" y="31"/>
                  </a:lnTo>
                  <a:lnTo>
                    <a:pt x="7220" y="46"/>
                  </a:lnTo>
                  <a:lnTo>
                    <a:pt x="7214" y="60"/>
                  </a:lnTo>
                  <a:lnTo>
                    <a:pt x="7169" y="209"/>
                  </a:lnTo>
                  <a:lnTo>
                    <a:pt x="7122" y="359"/>
                  </a:lnTo>
                  <a:lnTo>
                    <a:pt x="7076" y="508"/>
                  </a:lnTo>
                  <a:lnTo>
                    <a:pt x="7030" y="657"/>
                  </a:lnTo>
                  <a:lnTo>
                    <a:pt x="6983" y="806"/>
                  </a:lnTo>
                  <a:lnTo>
                    <a:pt x="6936" y="955"/>
                  </a:lnTo>
                  <a:lnTo>
                    <a:pt x="6889" y="1104"/>
                  </a:lnTo>
                  <a:lnTo>
                    <a:pt x="6841" y="1253"/>
                  </a:lnTo>
                  <a:lnTo>
                    <a:pt x="6793" y="1401"/>
                  </a:lnTo>
                  <a:lnTo>
                    <a:pt x="6744" y="1549"/>
                  </a:lnTo>
                  <a:lnTo>
                    <a:pt x="6695" y="1698"/>
                  </a:lnTo>
                  <a:lnTo>
                    <a:pt x="6645" y="1845"/>
                  </a:lnTo>
                  <a:lnTo>
                    <a:pt x="6596" y="1994"/>
                  </a:lnTo>
                  <a:lnTo>
                    <a:pt x="6545" y="2141"/>
                  </a:lnTo>
                  <a:lnTo>
                    <a:pt x="6494" y="2290"/>
                  </a:lnTo>
                  <a:lnTo>
                    <a:pt x="6442" y="2437"/>
                  </a:lnTo>
                  <a:lnTo>
                    <a:pt x="6434" y="2458"/>
                  </a:lnTo>
                  <a:lnTo>
                    <a:pt x="6425" y="2477"/>
                  </a:lnTo>
                  <a:lnTo>
                    <a:pt x="6414" y="2496"/>
                  </a:lnTo>
                  <a:lnTo>
                    <a:pt x="6401" y="2513"/>
                  </a:lnTo>
                  <a:lnTo>
                    <a:pt x="6388" y="2528"/>
                  </a:lnTo>
                  <a:lnTo>
                    <a:pt x="6373" y="2544"/>
                  </a:lnTo>
                  <a:lnTo>
                    <a:pt x="6356" y="2557"/>
                  </a:lnTo>
                  <a:lnTo>
                    <a:pt x="6338" y="2570"/>
                  </a:lnTo>
                  <a:lnTo>
                    <a:pt x="6308" y="2590"/>
                  </a:lnTo>
                  <a:lnTo>
                    <a:pt x="6278" y="2609"/>
                  </a:lnTo>
                  <a:lnTo>
                    <a:pt x="6249" y="2627"/>
                  </a:lnTo>
                  <a:lnTo>
                    <a:pt x="6218" y="2645"/>
                  </a:lnTo>
                  <a:lnTo>
                    <a:pt x="6187" y="2663"/>
                  </a:lnTo>
                  <a:lnTo>
                    <a:pt x="6156" y="2679"/>
                  </a:lnTo>
                  <a:lnTo>
                    <a:pt x="6126" y="2694"/>
                  </a:lnTo>
                  <a:lnTo>
                    <a:pt x="6095" y="2710"/>
                  </a:lnTo>
                  <a:lnTo>
                    <a:pt x="6063" y="2725"/>
                  </a:lnTo>
                  <a:lnTo>
                    <a:pt x="6031" y="2739"/>
                  </a:lnTo>
                  <a:lnTo>
                    <a:pt x="6000" y="2754"/>
                  </a:lnTo>
                  <a:lnTo>
                    <a:pt x="5968" y="2767"/>
                  </a:lnTo>
                  <a:lnTo>
                    <a:pt x="5903" y="2793"/>
                  </a:lnTo>
                  <a:lnTo>
                    <a:pt x="5839" y="2817"/>
                  </a:lnTo>
                  <a:lnTo>
                    <a:pt x="5773" y="2839"/>
                  </a:lnTo>
                  <a:lnTo>
                    <a:pt x="5707" y="2860"/>
                  </a:lnTo>
                  <a:lnTo>
                    <a:pt x="5640" y="2880"/>
                  </a:lnTo>
                  <a:lnTo>
                    <a:pt x="5574" y="2898"/>
                  </a:lnTo>
                  <a:lnTo>
                    <a:pt x="5506" y="2915"/>
                  </a:lnTo>
                  <a:lnTo>
                    <a:pt x="5438" y="2931"/>
                  </a:lnTo>
                  <a:lnTo>
                    <a:pt x="5370" y="2947"/>
                  </a:lnTo>
                  <a:lnTo>
                    <a:pt x="5302" y="2962"/>
                  </a:lnTo>
                  <a:lnTo>
                    <a:pt x="5239" y="2974"/>
                  </a:lnTo>
                  <a:lnTo>
                    <a:pt x="5174" y="2986"/>
                  </a:lnTo>
                  <a:lnTo>
                    <a:pt x="5110" y="2997"/>
                  </a:lnTo>
                  <a:lnTo>
                    <a:pt x="5047" y="3009"/>
                  </a:lnTo>
                  <a:lnTo>
                    <a:pt x="4983" y="3019"/>
                  </a:lnTo>
                  <a:lnTo>
                    <a:pt x="4919" y="3028"/>
                  </a:lnTo>
                  <a:lnTo>
                    <a:pt x="4855" y="3037"/>
                  </a:lnTo>
                  <a:lnTo>
                    <a:pt x="4792" y="3046"/>
                  </a:lnTo>
                  <a:lnTo>
                    <a:pt x="4727" y="3053"/>
                  </a:lnTo>
                  <a:lnTo>
                    <a:pt x="4664" y="3060"/>
                  </a:lnTo>
                  <a:lnTo>
                    <a:pt x="4599" y="3066"/>
                  </a:lnTo>
                  <a:lnTo>
                    <a:pt x="4535" y="3072"/>
                  </a:lnTo>
                  <a:lnTo>
                    <a:pt x="4471" y="3077"/>
                  </a:lnTo>
                  <a:lnTo>
                    <a:pt x="4407" y="3082"/>
                  </a:lnTo>
                  <a:lnTo>
                    <a:pt x="4342" y="3087"/>
                  </a:lnTo>
                  <a:lnTo>
                    <a:pt x="4279" y="3091"/>
                  </a:lnTo>
                  <a:lnTo>
                    <a:pt x="4150" y="3097"/>
                  </a:lnTo>
                  <a:lnTo>
                    <a:pt x="4022" y="3101"/>
                  </a:lnTo>
                  <a:lnTo>
                    <a:pt x="3892" y="3103"/>
                  </a:lnTo>
                  <a:lnTo>
                    <a:pt x="3763" y="3104"/>
                  </a:lnTo>
                  <a:lnTo>
                    <a:pt x="3634" y="3103"/>
                  </a:lnTo>
                  <a:lnTo>
                    <a:pt x="3505" y="3101"/>
                  </a:lnTo>
                  <a:lnTo>
                    <a:pt x="3376" y="3097"/>
                  </a:lnTo>
                  <a:lnTo>
                    <a:pt x="3247" y="3093"/>
                  </a:lnTo>
                  <a:lnTo>
                    <a:pt x="3140" y="3088"/>
                  </a:lnTo>
                  <a:lnTo>
                    <a:pt x="3032" y="3081"/>
                  </a:lnTo>
                  <a:lnTo>
                    <a:pt x="2924" y="3074"/>
                  </a:lnTo>
                  <a:lnTo>
                    <a:pt x="2817" y="3065"/>
                  </a:lnTo>
                  <a:lnTo>
                    <a:pt x="2710" y="3056"/>
                  </a:lnTo>
                  <a:lnTo>
                    <a:pt x="2603" y="3045"/>
                  </a:lnTo>
                  <a:lnTo>
                    <a:pt x="2496" y="3032"/>
                  </a:lnTo>
                  <a:lnTo>
                    <a:pt x="2390" y="3018"/>
                  </a:lnTo>
                  <a:lnTo>
                    <a:pt x="2283" y="3003"/>
                  </a:lnTo>
                  <a:lnTo>
                    <a:pt x="2177" y="2985"/>
                  </a:lnTo>
                  <a:lnTo>
                    <a:pt x="2071" y="2967"/>
                  </a:lnTo>
                  <a:lnTo>
                    <a:pt x="1964" y="2946"/>
                  </a:lnTo>
                  <a:lnTo>
                    <a:pt x="1859" y="2925"/>
                  </a:lnTo>
                  <a:lnTo>
                    <a:pt x="1754" y="2900"/>
                  </a:lnTo>
                  <a:lnTo>
                    <a:pt x="1649" y="2875"/>
                  </a:lnTo>
                  <a:lnTo>
                    <a:pt x="1544" y="2847"/>
                  </a:lnTo>
                  <a:lnTo>
                    <a:pt x="1496" y="2834"/>
                  </a:lnTo>
                  <a:lnTo>
                    <a:pt x="1448" y="2820"/>
                  </a:lnTo>
                  <a:lnTo>
                    <a:pt x="1400" y="2806"/>
                  </a:lnTo>
                  <a:lnTo>
                    <a:pt x="1352" y="2791"/>
                  </a:lnTo>
                  <a:lnTo>
                    <a:pt x="1304" y="2775"/>
                  </a:lnTo>
                  <a:lnTo>
                    <a:pt x="1257" y="2759"/>
                  </a:lnTo>
                  <a:lnTo>
                    <a:pt x="1210" y="2742"/>
                  </a:lnTo>
                  <a:lnTo>
                    <a:pt x="1162" y="2725"/>
                  </a:lnTo>
                  <a:lnTo>
                    <a:pt x="1116" y="2706"/>
                  </a:lnTo>
                  <a:lnTo>
                    <a:pt x="1070" y="2686"/>
                  </a:lnTo>
                  <a:lnTo>
                    <a:pt x="1024" y="2666"/>
                  </a:lnTo>
                  <a:lnTo>
                    <a:pt x="979" y="2644"/>
                  </a:lnTo>
                  <a:lnTo>
                    <a:pt x="934" y="2621"/>
                  </a:lnTo>
                  <a:lnTo>
                    <a:pt x="890" y="2596"/>
                  </a:lnTo>
                  <a:lnTo>
                    <a:pt x="847" y="2570"/>
                  </a:lnTo>
                  <a:lnTo>
                    <a:pt x="804" y="2543"/>
                  </a:lnTo>
                  <a:lnTo>
                    <a:pt x="784" y="2529"/>
                  </a:lnTo>
                  <a:lnTo>
                    <a:pt x="767" y="2515"/>
                  </a:lnTo>
                  <a:lnTo>
                    <a:pt x="751" y="2500"/>
                  </a:lnTo>
                  <a:lnTo>
                    <a:pt x="736" y="2483"/>
                  </a:lnTo>
                  <a:lnTo>
                    <a:pt x="723" y="2465"/>
                  </a:lnTo>
                  <a:lnTo>
                    <a:pt x="712" y="2447"/>
                  </a:lnTo>
                  <a:lnTo>
                    <a:pt x="701" y="2425"/>
                  </a:lnTo>
                  <a:lnTo>
                    <a:pt x="693" y="2403"/>
                  </a:lnTo>
                  <a:lnTo>
                    <a:pt x="649" y="2280"/>
                  </a:lnTo>
                  <a:lnTo>
                    <a:pt x="606" y="2155"/>
                  </a:lnTo>
                  <a:lnTo>
                    <a:pt x="565" y="2030"/>
                  </a:lnTo>
                  <a:lnTo>
                    <a:pt x="524" y="1905"/>
                  </a:lnTo>
                  <a:lnTo>
                    <a:pt x="485" y="1780"/>
                  </a:lnTo>
                  <a:lnTo>
                    <a:pt x="446" y="1655"/>
                  </a:lnTo>
                  <a:lnTo>
                    <a:pt x="407" y="1529"/>
                  </a:lnTo>
                  <a:lnTo>
                    <a:pt x="371" y="1403"/>
                  </a:lnTo>
                  <a:lnTo>
                    <a:pt x="333" y="1277"/>
                  </a:lnTo>
                  <a:lnTo>
                    <a:pt x="296" y="1151"/>
                  </a:lnTo>
                  <a:lnTo>
                    <a:pt x="259" y="1025"/>
                  </a:lnTo>
                  <a:lnTo>
                    <a:pt x="222" y="899"/>
                  </a:lnTo>
                  <a:lnTo>
                    <a:pt x="185" y="772"/>
                  </a:lnTo>
                  <a:lnTo>
                    <a:pt x="148" y="646"/>
                  </a:lnTo>
                  <a:lnTo>
                    <a:pt x="111" y="520"/>
                  </a:lnTo>
                  <a:lnTo>
                    <a:pt x="74" y="394"/>
                  </a:lnTo>
                  <a:lnTo>
                    <a:pt x="65" y="365"/>
                  </a:lnTo>
                  <a:lnTo>
                    <a:pt x="56" y="335"/>
                  </a:lnTo>
                  <a:lnTo>
                    <a:pt x="48" y="304"/>
                  </a:lnTo>
                  <a:lnTo>
                    <a:pt x="39" y="273"/>
                  </a:lnTo>
                  <a:lnTo>
                    <a:pt x="29" y="241"/>
                  </a:lnTo>
                  <a:lnTo>
                    <a:pt x="20" y="207"/>
                  </a:lnTo>
                  <a:lnTo>
                    <a:pt x="10" y="173"/>
                  </a:lnTo>
                  <a:lnTo>
                    <a:pt x="0" y="137"/>
                  </a:lnTo>
                  <a:close/>
                </a:path>
              </a:pathLst>
            </a:custGeom>
            <a:gradFill>
              <a:gsLst>
                <a:gs pos="0">
                  <a:srgbClr val="60666B"/>
                </a:gs>
                <a:gs pos="100000">
                  <a:srgbClr val="6B7278"/>
                </a:gs>
              </a:gsLst>
              <a:lin ang="8400134" scaled="0"/>
            </a:gradFill>
            <a:ln>
              <a:noFill/>
            </a:ln>
          </p:spPr>
          <p:txBody>
            <a:bodyPr anchorCtr="0" anchor="t" bIns="22850" lIns="45700" spcFirstLastPara="1" rIns="45700" wrap="square" tIns="22850">
              <a:noAutofit/>
            </a:bodyPr>
            <a:lstStyle/>
            <a:p>
              <a:pPr indent="0" lvl="0" marL="0" marR="0" rtl="0" algn="l">
                <a:spcBef>
                  <a:spcPts val="0"/>
                </a:spcBef>
                <a:spcAft>
                  <a:spcPts val="0"/>
                </a:spcAft>
                <a:buNone/>
              </a:pPr>
              <a:r>
                <a:t/>
              </a:r>
              <a:endParaRPr sz="900">
                <a:solidFill>
                  <a:srgbClr val="000000"/>
                </a:solidFill>
                <a:latin typeface="Calibri"/>
                <a:ea typeface="Calibri"/>
                <a:cs typeface="Calibri"/>
                <a:sym typeface="Calibri"/>
              </a:endParaRPr>
            </a:p>
          </p:txBody>
        </p:sp>
        <p:sp>
          <p:nvSpPr>
            <p:cNvPr id="109" name="Google Shape;109;p29"/>
            <p:cNvSpPr/>
            <p:nvPr/>
          </p:nvSpPr>
          <p:spPr>
            <a:xfrm>
              <a:off x="13672919" y="6433349"/>
              <a:ext cx="1820174" cy="882620"/>
            </a:xfrm>
            <a:custGeom>
              <a:rect b="b" l="l" r="r" t="t"/>
              <a:pathLst>
                <a:path extrusionOk="0" h="3618" w="5529">
                  <a:moveTo>
                    <a:pt x="0" y="0"/>
                  </a:moveTo>
                  <a:lnTo>
                    <a:pt x="44" y="28"/>
                  </a:lnTo>
                  <a:lnTo>
                    <a:pt x="90" y="54"/>
                  </a:lnTo>
                  <a:lnTo>
                    <a:pt x="135" y="79"/>
                  </a:lnTo>
                  <a:lnTo>
                    <a:pt x="182" y="103"/>
                  </a:lnTo>
                  <a:lnTo>
                    <a:pt x="227" y="125"/>
                  </a:lnTo>
                  <a:lnTo>
                    <a:pt x="274" y="147"/>
                  </a:lnTo>
                  <a:lnTo>
                    <a:pt x="320" y="167"/>
                  </a:lnTo>
                  <a:lnTo>
                    <a:pt x="366" y="187"/>
                  </a:lnTo>
                  <a:lnTo>
                    <a:pt x="413" y="205"/>
                  </a:lnTo>
                  <a:lnTo>
                    <a:pt x="460" y="222"/>
                  </a:lnTo>
                  <a:lnTo>
                    <a:pt x="507" y="239"/>
                  </a:lnTo>
                  <a:lnTo>
                    <a:pt x="554" y="254"/>
                  </a:lnTo>
                  <a:lnTo>
                    <a:pt x="603" y="270"/>
                  </a:lnTo>
                  <a:lnTo>
                    <a:pt x="650" y="284"/>
                  </a:lnTo>
                  <a:lnTo>
                    <a:pt x="698" y="297"/>
                  </a:lnTo>
                  <a:lnTo>
                    <a:pt x="746" y="309"/>
                  </a:lnTo>
                  <a:lnTo>
                    <a:pt x="794" y="321"/>
                  </a:lnTo>
                  <a:lnTo>
                    <a:pt x="842" y="333"/>
                  </a:lnTo>
                  <a:lnTo>
                    <a:pt x="891" y="343"/>
                  </a:lnTo>
                  <a:lnTo>
                    <a:pt x="940" y="353"/>
                  </a:lnTo>
                  <a:lnTo>
                    <a:pt x="1037" y="372"/>
                  </a:lnTo>
                  <a:lnTo>
                    <a:pt x="1134" y="389"/>
                  </a:lnTo>
                  <a:lnTo>
                    <a:pt x="1233" y="406"/>
                  </a:lnTo>
                  <a:lnTo>
                    <a:pt x="1331" y="420"/>
                  </a:lnTo>
                  <a:lnTo>
                    <a:pt x="1429" y="434"/>
                  </a:lnTo>
                  <a:lnTo>
                    <a:pt x="1528" y="449"/>
                  </a:lnTo>
                  <a:lnTo>
                    <a:pt x="1642" y="464"/>
                  </a:lnTo>
                  <a:lnTo>
                    <a:pt x="1757" y="477"/>
                  </a:lnTo>
                  <a:lnTo>
                    <a:pt x="1873" y="490"/>
                  </a:lnTo>
                  <a:lnTo>
                    <a:pt x="1988" y="500"/>
                  </a:lnTo>
                  <a:lnTo>
                    <a:pt x="2103" y="509"/>
                  </a:lnTo>
                  <a:lnTo>
                    <a:pt x="2218" y="516"/>
                  </a:lnTo>
                  <a:lnTo>
                    <a:pt x="2334" y="522"/>
                  </a:lnTo>
                  <a:lnTo>
                    <a:pt x="2450" y="528"/>
                  </a:lnTo>
                  <a:lnTo>
                    <a:pt x="2564" y="531"/>
                  </a:lnTo>
                  <a:lnTo>
                    <a:pt x="2680" y="533"/>
                  </a:lnTo>
                  <a:lnTo>
                    <a:pt x="2796" y="534"/>
                  </a:lnTo>
                  <a:lnTo>
                    <a:pt x="2912" y="534"/>
                  </a:lnTo>
                  <a:lnTo>
                    <a:pt x="3027" y="533"/>
                  </a:lnTo>
                  <a:lnTo>
                    <a:pt x="3142" y="531"/>
                  </a:lnTo>
                  <a:lnTo>
                    <a:pt x="3258" y="528"/>
                  </a:lnTo>
                  <a:lnTo>
                    <a:pt x="3374" y="523"/>
                  </a:lnTo>
                  <a:lnTo>
                    <a:pt x="3481" y="519"/>
                  </a:lnTo>
                  <a:lnTo>
                    <a:pt x="3590" y="514"/>
                  </a:lnTo>
                  <a:lnTo>
                    <a:pt x="3696" y="507"/>
                  </a:lnTo>
                  <a:lnTo>
                    <a:pt x="3804" y="500"/>
                  </a:lnTo>
                  <a:lnTo>
                    <a:pt x="3911" y="491"/>
                  </a:lnTo>
                  <a:lnTo>
                    <a:pt x="4018" y="479"/>
                  </a:lnTo>
                  <a:lnTo>
                    <a:pt x="4125" y="467"/>
                  </a:lnTo>
                  <a:lnTo>
                    <a:pt x="4232" y="453"/>
                  </a:lnTo>
                  <a:lnTo>
                    <a:pt x="4284" y="445"/>
                  </a:lnTo>
                  <a:lnTo>
                    <a:pt x="4338" y="436"/>
                  </a:lnTo>
                  <a:lnTo>
                    <a:pt x="4391" y="428"/>
                  </a:lnTo>
                  <a:lnTo>
                    <a:pt x="4444" y="418"/>
                  </a:lnTo>
                  <a:lnTo>
                    <a:pt x="4496" y="409"/>
                  </a:lnTo>
                  <a:lnTo>
                    <a:pt x="4550" y="398"/>
                  </a:lnTo>
                  <a:lnTo>
                    <a:pt x="4602" y="386"/>
                  </a:lnTo>
                  <a:lnTo>
                    <a:pt x="4654" y="375"/>
                  </a:lnTo>
                  <a:lnTo>
                    <a:pt x="4707" y="363"/>
                  </a:lnTo>
                  <a:lnTo>
                    <a:pt x="4760" y="349"/>
                  </a:lnTo>
                  <a:lnTo>
                    <a:pt x="4812" y="336"/>
                  </a:lnTo>
                  <a:lnTo>
                    <a:pt x="4863" y="322"/>
                  </a:lnTo>
                  <a:lnTo>
                    <a:pt x="4915" y="306"/>
                  </a:lnTo>
                  <a:lnTo>
                    <a:pt x="4968" y="291"/>
                  </a:lnTo>
                  <a:lnTo>
                    <a:pt x="5019" y="275"/>
                  </a:lnTo>
                  <a:lnTo>
                    <a:pt x="5071" y="257"/>
                  </a:lnTo>
                  <a:lnTo>
                    <a:pt x="5101" y="247"/>
                  </a:lnTo>
                  <a:lnTo>
                    <a:pt x="5130" y="236"/>
                  </a:lnTo>
                  <a:lnTo>
                    <a:pt x="5159" y="224"/>
                  </a:lnTo>
                  <a:lnTo>
                    <a:pt x="5189" y="212"/>
                  </a:lnTo>
                  <a:lnTo>
                    <a:pt x="5218" y="200"/>
                  </a:lnTo>
                  <a:lnTo>
                    <a:pt x="5246" y="187"/>
                  </a:lnTo>
                  <a:lnTo>
                    <a:pt x="5275" y="173"/>
                  </a:lnTo>
                  <a:lnTo>
                    <a:pt x="5304" y="160"/>
                  </a:lnTo>
                  <a:lnTo>
                    <a:pt x="5331" y="145"/>
                  </a:lnTo>
                  <a:lnTo>
                    <a:pt x="5360" y="129"/>
                  </a:lnTo>
                  <a:lnTo>
                    <a:pt x="5389" y="114"/>
                  </a:lnTo>
                  <a:lnTo>
                    <a:pt x="5416" y="97"/>
                  </a:lnTo>
                  <a:lnTo>
                    <a:pt x="5445" y="80"/>
                  </a:lnTo>
                  <a:lnTo>
                    <a:pt x="5473" y="63"/>
                  </a:lnTo>
                  <a:lnTo>
                    <a:pt x="5501" y="44"/>
                  </a:lnTo>
                  <a:lnTo>
                    <a:pt x="5529" y="25"/>
                  </a:lnTo>
                  <a:lnTo>
                    <a:pt x="5529" y="39"/>
                  </a:lnTo>
                  <a:lnTo>
                    <a:pt x="5529" y="52"/>
                  </a:lnTo>
                  <a:lnTo>
                    <a:pt x="5528" y="66"/>
                  </a:lnTo>
                  <a:lnTo>
                    <a:pt x="5526" y="78"/>
                  </a:lnTo>
                  <a:lnTo>
                    <a:pt x="5522" y="103"/>
                  </a:lnTo>
                  <a:lnTo>
                    <a:pt x="5517" y="125"/>
                  </a:lnTo>
                  <a:lnTo>
                    <a:pt x="5511" y="147"/>
                  </a:lnTo>
                  <a:lnTo>
                    <a:pt x="5503" y="168"/>
                  </a:lnTo>
                  <a:lnTo>
                    <a:pt x="5497" y="189"/>
                  </a:lnTo>
                  <a:lnTo>
                    <a:pt x="5490" y="208"/>
                  </a:lnTo>
                  <a:lnTo>
                    <a:pt x="5436" y="388"/>
                  </a:lnTo>
                  <a:lnTo>
                    <a:pt x="5381" y="570"/>
                  </a:lnTo>
                  <a:lnTo>
                    <a:pt x="5327" y="750"/>
                  </a:lnTo>
                  <a:lnTo>
                    <a:pt x="5273" y="930"/>
                  </a:lnTo>
                  <a:lnTo>
                    <a:pt x="5219" y="1110"/>
                  </a:lnTo>
                  <a:lnTo>
                    <a:pt x="5164" y="1290"/>
                  </a:lnTo>
                  <a:lnTo>
                    <a:pt x="5110" y="1471"/>
                  </a:lnTo>
                  <a:lnTo>
                    <a:pt x="5056" y="1651"/>
                  </a:lnTo>
                  <a:lnTo>
                    <a:pt x="5001" y="1831"/>
                  </a:lnTo>
                  <a:lnTo>
                    <a:pt x="4948" y="2011"/>
                  </a:lnTo>
                  <a:lnTo>
                    <a:pt x="4894" y="2192"/>
                  </a:lnTo>
                  <a:lnTo>
                    <a:pt x="4840" y="2372"/>
                  </a:lnTo>
                  <a:lnTo>
                    <a:pt x="4785" y="2552"/>
                  </a:lnTo>
                  <a:lnTo>
                    <a:pt x="4732" y="2732"/>
                  </a:lnTo>
                  <a:lnTo>
                    <a:pt x="4679" y="2913"/>
                  </a:lnTo>
                  <a:lnTo>
                    <a:pt x="4624" y="3094"/>
                  </a:lnTo>
                  <a:lnTo>
                    <a:pt x="4616" y="3120"/>
                  </a:lnTo>
                  <a:lnTo>
                    <a:pt x="4606" y="3146"/>
                  </a:lnTo>
                  <a:lnTo>
                    <a:pt x="4595" y="3169"/>
                  </a:lnTo>
                  <a:lnTo>
                    <a:pt x="4582" y="3192"/>
                  </a:lnTo>
                  <a:lnTo>
                    <a:pt x="4569" y="3214"/>
                  </a:lnTo>
                  <a:lnTo>
                    <a:pt x="4555" y="3233"/>
                  </a:lnTo>
                  <a:lnTo>
                    <a:pt x="4539" y="3252"/>
                  </a:lnTo>
                  <a:lnTo>
                    <a:pt x="4523" y="3270"/>
                  </a:lnTo>
                  <a:lnTo>
                    <a:pt x="4505" y="3286"/>
                  </a:lnTo>
                  <a:lnTo>
                    <a:pt x="4486" y="3302"/>
                  </a:lnTo>
                  <a:lnTo>
                    <a:pt x="4467" y="3316"/>
                  </a:lnTo>
                  <a:lnTo>
                    <a:pt x="4447" y="3330"/>
                  </a:lnTo>
                  <a:lnTo>
                    <a:pt x="4426" y="3343"/>
                  </a:lnTo>
                  <a:lnTo>
                    <a:pt x="4403" y="3355"/>
                  </a:lnTo>
                  <a:lnTo>
                    <a:pt x="4381" y="3366"/>
                  </a:lnTo>
                  <a:lnTo>
                    <a:pt x="4357" y="3377"/>
                  </a:lnTo>
                  <a:lnTo>
                    <a:pt x="4308" y="3398"/>
                  </a:lnTo>
                  <a:lnTo>
                    <a:pt x="4258" y="3417"/>
                  </a:lnTo>
                  <a:lnTo>
                    <a:pt x="4207" y="3435"/>
                  </a:lnTo>
                  <a:lnTo>
                    <a:pt x="4156" y="3451"/>
                  </a:lnTo>
                  <a:lnTo>
                    <a:pt x="4106" y="3466"/>
                  </a:lnTo>
                  <a:lnTo>
                    <a:pt x="4054" y="3481"/>
                  </a:lnTo>
                  <a:lnTo>
                    <a:pt x="4003" y="3493"/>
                  </a:lnTo>
                  <a:lnTo>
                    <a:pt x="3951" y="3505"/>
                  </a:lnTo>
                  <a:lnTo>
                    <a:pt x="3899" y="3516"/>
                  </a:lnTo>
                  <a:lnTo>
                    <a:pt x="3847" y="3526"/>
                  </a:lnTo>
                  <a:lnTo>
                    <a:pt x="3795" y="3535"/>
                  </a:lnTo>
                  <a:lnTo>
                    <a:pt x="3741" y="3543"/>
                  </a:lnTo>
                  <a:lnTo>
                    <a:pt x="3689" y="3551"/>
                  </a:lnTo>
                  <a:lnTo>
                    <a:pt x="3636" y="3560"/>
                  </a:lnTo>
                  <a:lnTo>
                    <a:pt x="3584" y="3567"/>
                  </a:lnTo>
                  <a:lnTo>
                    <a:pt x="3530" y="3574"/>
                  </a:lnTo>
                  <a:lnTo>
                    <a:pt x="3463" y="3582"/>
                  </a:lnTo>
                  <a:lnTo>
                    <a:pt x="3394" y="3589"/>
                  </a:lnTo>
                  <a:lnTo>
                    <a:pt x="3326" y="3595"/>
                  </a:lnTo>
                  <a:lnTo>
                    <a:pt x="3258" y="3602"/>
                  </a:lnTo>
                  <a:lnTo>
                    <a:pt x="3190" y="3606"/>
                  </a:lnTo>
                  <a:lnTo>
                    <a:pt x="3122" y="3610"/>
                  </a:lnTo>
                  <a:lnTo>
                    <a:pt x="3053" y="3613"/>
                  </a:lnTo>
                  <a:lnTo>
                    <a:pt x="2984" y="3615"/>
                  </a:lnTo>
                  <a:lnTo>
                    <a:pt x="2917" y="3617"/>
                  </a:lnTo>
                  <a:lnTo>
                    <a:pt x="2848" y="3618"/>
                  </a:lnTo>
                  <a:lnTo>
                    <a:pt x="2779" y="3618"/>
                  </a:lnTo>
                  <a:lnTo>
                    <a:pt x="2711" y="3618"/>
                  </a:lnTo>
                  <a:lnTo>
                    <a:pt x="2643" y="3617"/>
                  </a:lnTo>
                  <a:lnTo>
                    <a:pt x="2575" y="3616"/>
                  </a:lnTo>
                  <a:lnTo>
                    <a:pt x="2506" y="3614"/>
                  </a:lnTo>
                  <a:lnTo>
                    <a:pt x="2437" y="3611"/>
                  </a:lnTo>
                  <a:lnTo>
                    <a:pt x="2370" y="3609"/>
                  </a:lnTo>
                  <a:lnTo>
                    <a:pt x="2301" y="3605"/>
                  </a:lnTo>
                  <a:lnTo>
                    <a:pt x="2232" y="3601"/>
                  </a:lnTo>
                  <a:lnTo>
                    <a:pt x="2165" y="3594"/>
                  </a:lnTo>
                  <a:lnTo>
                    <a:pt x="2096" y="3588"/>
                  </a:lnTo>
                  <a:lnTo>
                    <a:pt x="2029" y="3581"/>
                  </a:lnTo>
                  <a:lnTo>
                    <a:pt x="1961" y="3573"/>
                  </a:lnTo>
                  <a:lnTo>
                    <a:pt x="1893" y="3564"/>
                  </a:lnTo>
                  <a:lnTo>
                    <a:pt x="1826" y="3552"/>
                  </a:lnTo>
                  <a:lnTo>
                    <a:pt x="1759" y="3540"/>
                  </a:lnTo>
                  <a:lnTo>
                    <a:pt x="1691" y="3527"/>
                  </a:lnTo>
                  <a:lnTo>
                    <a:pt x="1625" y="3513"/>
                  </a:lnTo>
                  <a:lnTo>
                    <a:pt x="1558" y="3496"/>
                  </a:lnTo>
                  <a:lnTo>
                    <a:pt x="1493" y="3479"/>
                  </a:lnTo>
                  <a:lnTo>
                    <a:pt x="1426" y="3459"/>
                  </a:lnTo>
                  <a:lnTo>
                    <a:pt x="1361" y="3438"/>
                  </a:lnTo>
                  <a:lnTo>
                    <a:pt x="1326" y="3427"/>
                  </a:lnTo>
                  <a:lnTo>
                    <a:pt x="1292" y="3413"/>
                  </a:lnTo>
                  <a:lnTo>
                    <a:pt x="1258" y="3400"/>
                  </a:lnTo>
                  <a:lnTo>
                    <a:pt x="1225" y="3385"/>
                  </a:lnTo>
                  <a:lnTo>
                    <a:pt x="1193" y="3369"/>
                  </a:lnTo>
                  <a:lnTo>
                    <a:pt x="1161" y="3352"/>
                  </a:lnTo>
                  <a:lnTo>
                    <a:pt x="1129" y="3334"/>
                  </a:lnTo>
                  <a:lnTo>
                    <a:pt x="1098" y="3315"/>
                  </a:lnTo>
                  <a:lnTo>
                    <a:pt x="1080" y="3303"/>
                  </a:lnTo>
                  <a:lnTo>
                    <a:pt x="1064" y="3289"/>
                  </a:lnTo>
                  <a:lnTo>
                    <a:pt x="1046" y="3277"/>
                  </a:lnTo>
                  <a:lnTo>
                    <a:pt x="1031" y="3263"/>
                  </a:lnTo>
                  <a:lnTo>
                    <a:pt x="1015" y="3248"/>
                  </a:lnTo>
                  <a:lnTo>
                    <a:pt x="1001" y="3234"/>
                  </a:lnTo>
                  <a:lnTo>
                    <a:pt x="988" y="3219"/>
                  </a:lnTo>
                  <a:lnTo>
                    <a:pt x="974" y="3202"/>
                  </a:lnTo>
                  <a:lnTo>
                    <a:pt x="962" y="3186"/>
                  </a:lnTo>
                  <a:lnTo>
                    <a:pt x="951" y="3168"/>
                  </a:lnTo>
                  <a:lnTo>
                    <a:pt x="940" y="3151"/>
                  </a:lnTo>
                  <a:lnTo>
                    <a:pt x="929" y="3133"/>
                  </a:lnTo>
                  <a:lnTo>
                    <a:pt x="920" y="3113"/>
                  </a:lnTo>
                  <a:lnTo>
                    <a:pt x="912" y="3094"/>
                  </a:lnTo>
                  <a:lnTo>
                    <a:pt x="904" y="3073"/>
                  </a:lnTo>
                  <a:lnTo>
                    <a:pt x="897" y="3053"/>
                  </a:lnTo>
                  <a:lnTo>
                    <a:pt x="837" y="2866"/>
                  </a:lnTo>
                  <a:lnTo>
                    <a:pt x="779" y="2681"/>
                  </a:lnTo>
                  <a:lnTo>
                    <a:pt x="720" y="2495"/>
                  </a:lnTo>
                  <a:lnTo>
                    <a:pt x="664" y="2308"/>
                  </a:lnTo>
                  <a:lnTo>
                    <a:pt x="607" y="2122"/>
                  </a:lnTo>
                  <a:lnTo>
                    <a:pt x="551" y="1935"/>
                  </a:lnTo>
                  <a:lnTo>
                    <a:pt x="496" y="1748"/>
                  </a:lnTo>
                  <a:lnTo>
                    <a:pt x="441" y="1561"/>
                  </a:lnTo>
                  <a:lnTo>
                    <a:pt x="386" y="1373"/>
                  </a:lnTo>
                  <a:lnTo>
                    <a:pt x="332" y="1187"/>
                  </a:lnTo>
                  <a:lnTo>
                    <a:pt x="278" y="1000"/>
                  </a:lnTo>
                  <a:lnTo>
                    <a:pt x="225" y="812"/>
                  </a:lnTo>
                  <a:lnTo>
                    <a:pt x="171" y="625"/>
                  </a:lnTo>
                  <a:lnTo>
                    <a:pt x="118" y="436"/>
                  </a:lnTo>
                  <a:lnTo>
                    <a:pt x="65" y="249"/>
                  </a:lnTo>
                  <a:lnTo>
                    <a:pt x="11" y="62"/>
                  </a:lnTo>
                  <a:lnTo>
                    <a:pt x="8" y="50"/>
                  </a:lnTo>
                  <a:lnTo>
                    <a:pt x="6" y="37"/>
                  </a:lnTo>
                  <a:lnTo>
                    <a:pt x="3" y="21"/>
                  </a:lnTo>
                  <a:lnTo>
                    <a:pt x="0" y="0"/>
                  </a:lnTo>
                  <a:close/>
                </a:path>
              </a:pathLst>
            </a:custGeom>
            <a:gradFill>
              <a:gsLst>
                <a:gs pos="0">
                  <a:srgbClr val="2D343B"/>
                </a:gs>
                <a:gs pos="100000">
                  <a:srgbClr val="333A42"/>
                </a:gs>
              </a:gsLst>
              <a:lin ang="8400134" scaled="0"/>
            </a:gradFill>
            <a:ln>
              <a:noFill/>
            </a:ln>
          </p:spPr>
          <p:txBody>
            <a:bodyPr anchorCtr="0" anchor="t" bIns="22850" lIns="45700" spcFirstLastPara="1" rIns="45700" wrap="square" tIns="22850">
              <a:noAutofit/>
            </a:bodyPr>
            <a:lstStyle/>
            <a:p>
              <a:pPr indent="0" lvl="0" marL="0" marR="0" rtl="0" algn="l">
                <a:spcBef>
                  <a:spcPts val="0"/>
                </a:spcBef>
                <a:spcAft>
                  <a:spcPts val="0"/>
                </a:spcAft>
                <a:buNone/>
              </a:pPr>
              <a:r>
                <a:t/>
              </a:r>
              <a:endParaRPr sz="900">
                <a:solidFill>
                  <a:srgbClr val="000000"/>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13" name="Shape 113"/>
        <p:cNvGrpSpPr/>
        <p:nvPr/>
      </p:nvGrpSpPr>
      <p:grpSpPr>
        <a:xfrm>
          <a:off x="0" y="0"/>
          <a:ext cx="0" cy="0"/>
          <a:chOff x="0" y="0"/>
          <a:chExt cx="0" cy="0"/>
        </a:xfrm>
      </p:grpSpPr>
      <p:sp>
        <p:nvSpPr>
          <p:cNvPr id="114" name="Google Shape;114;p30"/>
          <p:cNvSpPr txBox="1"/>
          <p:nvPr>
            <p:ph type="title"/>
          </p:nvPr>
        </p:nvSpPr>
        <p:spPr>
          <a:xfrm>
            <a:off x="876300" y="571400"/>
            <a:ext cx="11215500" cy="1338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4500"/>
              <a:buFont typeface="Roboto"/>
              <a:buNone/>
            </a:pPr>
            <a:r>
              <a:rPr b="0" lang="en-US">
                <a:solidFill>
                  <a:srgbClr val="D31D46"/>
                </a:solidFill>
                <a:latin typeface="Poppins SemiBold"/>
                <a:ea typeface="Poppins SemiBold"/>
                <a:cs typeface="Poppins SemiBold"/>
                <a:sym typeface="Poppins SemiBold"/>
              </a:rPr>
              <a:t>INSTRUCTIONS: </a:t>
            </a:r>
            <a:r>
              <a:rPr b="0" lang="en-US">
                <a:latin typeface="Poppins SemiBold"/>
                <a:ea typeface="Poppins SemiBold"/>
                <a:cs typeface="Poppins SemiBold"/>
                <a:sym typeface="Poppins SemiBold"/>
              </a:rPr>
              <a:t>GETTING STARTED</a:t>
            </a:r>
            <a:endParaRPr b="0">
              <a:latin typeface="Poppins SemiBold"/>
              <a:ea typeface="Poppins SemiBold"/>
              <a:cs typeface="Poppins SemiBold"/>
              <a:sym typeface="Poppins SemiBold"/>
            </a:endParaRPr>
          </a:p>
        </p:txBody>
      </p:sp>
      <p:sp>
        <p:nvSpPr>
          <p:cNvPr id="115" name="Google Shape;115;p30"/>
          <p:cNvSpPr txBox="1"/>
          <p:nvPr/>
        </p:nvSpPr>
        <p:spPr>
          <a:xfrm>
            <a:off x="1077650" y="1816675"/>
            <a:ext cx="16980900" cy="697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Complete</a:t>
            </a:r>
            <a:r>
              <a:rPr lang="en-US" sz="3000">
                <a:solidFill>
                  <a:schemeClr val="dk1"/>
                </a:solidFill>
                <a:latin typeface="Poppins"/>
                <a:ea typeface="Poppins"/>
                <a:cs typeface="Poppins"/>
                <a:sym typeface="Poppins"/>
              </a:rPr>
              <a:t> your assignment on the following slides </a:t>
            </a:r>
            <a:endParaRPr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Set the share settings</a:t>
            </a:r>
            <a:r>
              <a:rPr lang="en-US" sz="3000">
                <a:solidFill>
                  <a:schemeClr val="dk1"/>
                </a:solidFill>
                <a:latin typeface="Poppins"/>
                <a:ea typeface="Poppins"/>
                <a:cs typeface="Poppins"/>
                <a:sym typeface="Poppins"/>
              </a:rPr>
              <a:t> so </a:t>
            </a:r>
            <a:r>
              <a:rPr b="1" lang="en-US" sz="3000">
                <a:solidFill>
                  <a:schemeClr val="dk1"/>
                </a:solidFill>
                <a:latin typeface="Poppins"/>
                <a:ea typeface="Poppins"/>
                <a:cs typeface="Poppins"/>
                <a:sym typeface="Poppins"/>
              </a:rPr>
              <a:t>anyone with the link</a:t>
            </a:r>
            <a:r>
              <a:rPr lang="en-US" sz="3000">
                <a:solidFill>
                  <a:schemeClr val="dk1"/>
                </a:solidFill>
                <a:latin typeface="Poppins"/>
                <a:ea typeface="Poppins"/>
                <a:cs typeface="Poppins"/>
                <a:sym typeface="Poppins"/>
              </a:rPr>
              <a:t> can view the document</a:t>
            </a:r>
            <a:endParaRPr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Submit</a:t>
            </a:r>
            <a:r>
              <a:rPr lang="en-US" sz="3000">
                <a:solidFill>
                  <a:schemeClr val="dk1"/>
                </a:solidFill>
                <a:latin typeface="Poppins"/>
                <a:ea typeface="Poppins"/>
                <a:cs typeface="Poppins"/>
                <a:sym typeface="Poppins"/>
              </a:rPr>
              <a:t> the link to this deck in the </a:t>
            </a:r>
            <a:r>
              <a:rPr lang="en-US" sz="3000" u="sng">
                <a:solidFill>
                  <a:schemeClr val="dk1"/>
                </a:solidFill>
                <a:latin typeface="Poppins"/>
                <a:ea typeface="Poppins"/>
                <a:cs typeface="Poppins"/>
                <a:sym typeface="Poppins"/>
                <a:hlinkClick r:id="rId3">
                  <a:extLst>
                    <a:ext uri="{A12FA001-AC4F-418D-AE19-62706E023703}">
                      <ahyp:hlinkClr val="tx"/>
                    </a:ext>
                  </a:extLst>
                </a:hlinkClick>
              </a:rPr>
              <a:t>Learning Management System</a:t>
            </a:r>
            <a:r>
              <a:rPr lang="en-US" sz="3000">
                <a:solidFill>
                  <a:schemeClr val="dk1"/>
                </a:solidFill>
                <a:latin typeface="Poppins"/>
                <a:ea typeface="Poppins"/>
                <a:cs typeface="Poppins"/>
                <a:sym typeface="Poppins"/>
              </a:rPr>
              <a:t> </a:t>
            </a:r>
            <a:endParaRPr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b="1"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Tips for completing your assignment:</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accent3"/>
              </a:buClr>
              <a:buSzPts val="3000"/>
              <a:buFont typeface="Poppins"/>
              <a:buChar char="●"/>
            </a:pPr>
            <a:r>
              <a:rPr lang="en-US" sz="3000">
                <a:solidFill>
                  <a:schemeClr val="dk1"/>
                </a:solidFill>
                <a:latin typeface="Poppins"/>
                <a:ea typeface="Poppins"/>
                <a:cs typeface="Poppins"/>
                <a:sym typeface="Poppins"/>
              </a:rPr>
              <a:t>Rename your copy and add your name to the file</a:t>
            </a:r>
            <a:endParaRPr sz="3000">
              <a:solidFill>
                <a:schemeClr val="dk1"/>
              </a:solidFill>
              <a:latin typeface="Poppins"/>
              <a:ea typeface="Poppins"/>
              <a:cs typeface="Poppins"/>
              <a:sym typeface="Poppins"/>
            </a:endParaRPr>
          </a:p>
          <a:p>
            <a:pPr indent="0" lvl="0" marL="45720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Example:</a:t>
            </a:r>
            <a:r>
              <a:rPr lang="en-US" sz="3000">
                <a:solidFill>
                  <a:schemeClr val="dk1"/>
                </a:solidFill>
                <a:latin typeface="Poppins"/>
                <a:ea typeface="Poppins"/>
                <a:cs typeface="Poppins"/>
                <a:sym typeface="Poppins"/>
              </a:rPr>
              <a:t> Playbook Assignment: Create a GoDaddy customer persona-MRogers</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rgbClr val="D31D46"/>
              </a:buClr>
              <a:buSzPts val="3000"/>
              <a:buFont typeface="Poppins"/>
              <a:buChar char="●"/>
            </a:pPr>
            <a:r>
              <a:rPr lang="en-US" sz="3000">
                <a:solidFill>
                  <a:schemeClr val="dk1"/>
                </a:solidFill>
                <a:latin typeface="Poppins"/>
                <a:ea typeface="Poppins"/>
                <a:cs typeface="Poppins"/>
                <a:sym typeface="Poppins"/>
              </a:rPr>
              <a:t>Read each slide carefully to ensure you complete the assignment successfully</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rgbClr val="D31D46"/>
              </a:buClr>
              <a:buSzPts val="3000"/>
              <a:buFont typeface="Poppins"/>
              <a:buChar char="●"/>
            </a:pPr>
            <a:r>
              <a:rPr lang="en-US" sz="3000">
                <a:solidFill>
                  <a:schemeClr val="dk1"/>
                </a:solidFill>
                <a:latin typeface="Poppins"/>
                <a:ea typeface="Poppins"/>
                <a:cs typeface="Poppins"/>
                <a:sym typeface="Poppins"/>
              </a:rPr>
              <a:t>Review your playbook before submitting for accuracy, grammar and spelling</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rgbClr val="D31D46"/>
              </a:buClr>
              <a:buSzPts val="3000"/>
              <a:buFont typeface="Poppins"/>
              <a:buChar char="●"/>
            </a:pPr>
            <a:r>
              <a:rPr lang="en-US" sz="3000">
                <a:solidFill>
                  <a:schemeClr val="dk1"/>
                </a:solidFill>
                <a:latin typeface="Poppins"/>
                <a:ea typeface="Poppins"/>
                <a:cs typeface="Poppins"/>
                <a:sym typeface="Poppins"/>
              </a:rPr>
              <a:t>Keep in mind the Guidelines for AI Use in the Course (located in the syllabus) when completing this assignment. You will indicate your AI use in the playbook on the last slide of this slide deck</a:t>
            </a:r>
            <a:endParaRPr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3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US" sz="4500" u="sng">
                <a:solidFill>
                  <a:schemeClr val="dk1"/>
                </a:solidFill>
                <a:latin typeface="Poppins"/>
                <a:ea typeface="Poppins"/>
                <a:cs typeface="Poppins"/>
                <a:sym typeface="Poppins"/>
                <a:hlinkClick r:id="rId4">
                  <a:extLst>
                    <a:ext uri="{A12FA001-AC4F-418D-AE19-62706E023703}">
                      <ahyp:hlinkClr val="tx"/>
                    </a:ext>
                  </a:extLst>
                </a:hlinkClick>
              </a:rPr>
              <a:t>Watch this video for a quick demo</a:t>
            </a:r>
            <a:r>
              <a:rPr lang="en-US" sz="4500">
                <a:solidFill>
                  <a:schemeClr val="dk1"/>
                </a:solidFill>
                <a:latin typeface="Poppins"/>
                <a:ea typeface="Poppins"/>
                <a:cs typeface="Poppins"/>
                <a:sym typeface="Poppins"/>
              </a:rPr>
              <a:t> </a:t>
            </a:r>
            <a:endParaRPr b="1" sz="3000">
              <a:solidFill>
                <a:schemeClr val="dk1"/>
              </a:solidFill>
              <a:latin typeface="Poppins"/>
              <a:ea typeface="Poppins"/>
              <a:cs typeface="Poppins"/>
              <a:sym typeface="Poppins"/>
            </a:endParaRPr>
          </a:p>
        </p:txBody>
      </p:sp>
      <p:sp>
        <p:nvSpPr>
          <p:cNvPr id="116" name="Google Shape;116;p30"/>
          <p:cNvSpPr txBox="1"/>
          <p:nvPr/>
        </p:nvSpPr>
        <p:spPr>
          <a:xfrm>
            <a:off x="27375" y="9917525"/>
            <a:ext cx="11201100" cy="130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latin typeface="Poppins"/>
                <a:ea typeface="Poppins"/>
                <a:cs typeface="Poppins"/>
                <a:sym typeface="Poppins"/>
              </a:rPr>
              <a:t>© 2025 Ziplines Education | Proprietary and Confidential | Do not duplicate or distribute without written permission.</a:t>
            </a:r>
            <a:endParaRPr>
              <a:solidFill>
                <a:srgbClr val="9E9E9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31"/>
          <p:cNvSpPr txBox="1"/>
          <p:nvPr/>
        </p:nvSpPr>
        <p:spPr>
          <a:xfrm>
            <a:off x="876300" y="2168863"/>
            <a:ext cx="17031600" cy="602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500">
                <a:solidFill>
                  <a:schemeClr val="dk1"/>
                </a:solidFill>
                <a:latin typeface="Poppins"/>
                <a:ea typeface="Poppins"/>
                <a:cs typeface="Poppins"/>
                <a:sym typeface="Poppins"/>
              </a:rPr>
              <a:t>A well-written blog article can boost organic search engine rank for a website. Blogs can include how-to guides, listicles, </a:t>
            </a:r>
            <a:r>
              <a:rPr lang="en-US" sz="2500">
                <a:solidFill>
                  <a:schemeClr val="dk1"/>
                </a:solidFill>
                <a:latin typeface="Poppins"/>
                <a:ea typeface="Poppins"/>
                <a:cs typeface="Poppins"/>
                <a:sym typeface="Poppins"/>
              </a:rPr>
              <a:t>knowledge base</a:t>
            </a:r>
            <a:r>
              <a:rPr lang="en-US" sz="2500">
                <a:solidFill>
                  <a:schemeClr val="dk1"/>
                </a:solidFill>
                <a:latin typeface="Poppins"/>
                <a:ea typeface="Poppins"/>
                <a:cs typeface="Poppins"/>
                <a:sym typeface="Poppins"/>
              </a:rPr>
              <a:t> tutorials, informational posts and more. However, writing these articles can be quite time consuming. AI can help!</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US" sz="2500">
                <a:solidFill>
                  <a:schemeClr val="dk1"/>
                </a:solidFill>
                <a:latin typeface="Poppins"/>
                <a:ea typeface="Poppins"/>
                <a:cs typeface="Poppins"/>
                <a:sym typeface="Poppins"/>
              </a:rPr>
              <a:t>In this assignment, you will practice leveraging AI by writing effective prompts to create a blog article for </a:t>
            </a:r>
            <a:r>
              <a:rPr lang="en-US" sz="2500" u="sng">
                <a:solidFill>
                  <a:schemeClr val="hlink"/>
                </a:solidFill>
                <a:latin typeface="Poppins"/>
                <a:ea typeface="Poppins"/>
                <a:cs typeface="Poppins"/>
                <a:sym typeface="Poppins"/>
                <a:hlinkClick r:id="rId3"/>
              </a:rPr>
              <a:t>GoDaddy’s Blog</a:t>
            </a:r>
            <a:r>
              <a:rPr lang="en-US" sz="2500">
                <a:solidFill>
                  <a:schemeClr val="dk1"/>
                </a:solidFill>
                <a:latin typeface="Poppins"/>
                <a:ea typeface="Poppins"/>
                <a:cs typeface="Poppins"/>
                <a:sym typeface="Poppins"/>
              </a:rPr>
              <a:t>.</a:t>
            </a:r>
            <a:r>
              <a:rPr lang="en-US" sz="2500">
                <a:solidFill>
                  <a:schemeClr val="dk1"/>
                </a:solidFill>
                <a:latin typeface="Poppins"/>
                <a:ea typeface="Poppins"/>
                <a:cs typeface="Poppins"/>
                <a:sym typeface="Poppins"/>
              </a:rPr>
              <a:t> </a:t>
            </a:r>
            <a:r>
              <a:rPr lang="en-US" sz="2500">
                <a:solidFill>
                  <a:schemeClr val="dk1"/>
                </a:solidFill>
                <a:latin typeface="Poppins"/>
                <a:ea typeface="Poppins"/>
                <a:cs typeface="Poppins"/>
                <a:sym typeface="Poppins"/>
              </a:rPr>
              <a:t>We’ll reference the persona data </a:t>
            </a:r>
            <a:r>
              <a:rPr lang="en-US" sz="2500">
                <a:solidFill>
                  <a:schemeClr val="dk1"/>
                </a:solidFill>
                <a:latin typeface="Poppins"/>
                <a:ea typeface="Poppins"/>
                <a:cs typeface="Poppins"/>
                <a:sym typeface="Poppins"/>
              </a:rPr>
              <a:t>on </a:t>
            </a:r>
            <a:r>
              <a:rPr lang="en-US" sz="2500" u="sng">
                <a:solidFill>
                  <a:schemeClr val="dk1"/>
                </a:solidFill>
                <a:latin typeface="Poppins"/>
                <a:ea typeface="Poppins"/>
                <a:cs typeface="Poppins"/>
                <a:sym typeface="Poppins"/>
              </a:rPr>
              <a:t>slide 5</a:t>
            </a:r>
            <a:r>
              <a:rPr lang="en-US" sz="2500">
                <a:solidFill>
                  <a:schemeClr val="dk1"/>
                </a:solidFill>
                <a:latin typeface="Poppins"/>
                <a:ea typeface="Poppins"/>
                <a:cs typeface="Poppins"/>
                <a:sym typeface="Poppins"/>
              </a:rPr>
              <a:t> and use the key phrase: </a:t>
            </a:r>
            <a:endParaRPr sz="2500">
              <a:solidFill>
                <a:schemeClr val="dk1"/>
              </a:solidFill>
              <a:latin typeface="Poppins"/>
              <a:ea typeface="Poppins"/>
              <a:cs typeface="Poppins"/>
              <a:sym typeface="Poppins"/>
            </a:endParaRPr>
          </a:p>
          <a:p>
            <a:pPr indent="0" lvl="0" marL="0" rtl="0" algn="ctr">
              <a:lnSpc>
                <a:spcPct val="115000"/>
              </a:lnSpc>
              <a:spcBef>
                <a:spcPts val="2000"/>
              </a:spcBef>
              <a:spcAft>
                <a:spcPts val="0"/>
              </a:spcAft>
              <a:buClr>
                <a:schemeClr val="dk1"/>
              </a:buClr>
              <a:buSzPts val="1100"/>
              <a:buFont typeface="Arial"/>
              <a:buNone/>
            </a:pPr>
            <a:br>
              <a:rPr lang="en-US" sz="2500">
                <a:solidFill>
                  <a:schemeClr val="dk1"/>
                </a:solidFill>
                <a:latin typeface="Poppins"/>
                <a:ea typeface="Poppins"/>
                <a:cs typeface="Poppins"/>
                <a:sym typeface="Poppins"/>
              </a:rPr>
            </a:br>
            <a:br>
              <a:rPr lang="en-US" sz="2500">
                <a:solidFill>
                  <a:schemeClr val="dk1"/>
                </a:solidFill>
                <a:latin typeface="Poppins"/>
                <a:ea typeface="Poppins"/>
                <a:cs typeface="Poppins"/>
                <a:sym typeface="Poppins"/>
              </a:rPr>
            </a:br>
            <a:r>
              <a:rPr lang="en-US" sz="2500">
                <a:solidFill>
                  <a:schemeClr val="dk1"/>
                </a:solidFill>
                <a:latin typeface="Poppins"/>
                <a:ea typeface="Poppins"/>
                <a:cs typeface="Poppins"/>
                <a:sym typeface="Poppins"/>
              </a:rPr>
              <a:t>”</a:t>
            </a:r>
            <a:r>
              <a:rPr b="1" lang="en-US" sz="2500">
                <a:solidFill>
                  <a:schemeClr val="dk1"/>
                </a:solidFill>
                <a:latin typeface="Poppins"/>
                <a:ea typeface="Poppins"/>
                <a:cs typeface="Poppins"/>
                <a:sym typeface="Poppins"/>
              </a:rPr>
              <a:t>Affordable web hosting for small businesses</a:t>
            </a:r>
            <a:r>
              <a:rPr lang="en-US" sz="2500">
                <a:solidFill>
                  <a:schemeClr val="dk1"/>
                </a:solidFill>
                <a:latin typeface="Poppins"/>
                <a:ea typeface="Poppins"/>
                <a:cs typeface="Poppins"/>
                <a:sym typeface="Poppins"/>
              </a:rPr>
              <a:t>.”</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i="1"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i="1"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i="1" lang="en-US" sz="2500">
                <a:solidFill>
                  <a:schemeClr val="dk1"/>
                </a:solidFill>
                <a:latin typeface="Poppins"/>
                <a:ea typeface="Poppins"/>
                <a:cs typeface="Poppins"/>
                <a:sym typeface="Poppins"/>
              </a:rPr>
              <a:t>Note: to </a:t>
            </a:r>
            <a:r>
              <a:rPr i="1" lang="en-US" sz="2500">
                <a:solidFill>
                  <a:schemeClr val="dk1"/>
                </a:solidFill>
                <a:latin typeface="Poppins"/>
                <a:ea typeface="Poppins"/>
                <a:cs typeface="Poppins"/>
                <a:sym typeface="Poppins"/>
              </a:rPr>
              <a:t>complete</a:t>
            </a:r>
            <a:r>
              <a:rPr i="1" lang="en-US" sz="2500">
                <a:solidFill>
                  <a:schemeClr val="dk1"/>
                </a:solidFill>
                <a:latin typeface="Poppins"/>
                <a:ea typeface="Poppins"/>
                <a:cs typeface="Poppins"/>
                <a:sym typeface="Poppins"/>
              </a:rPr>
              <a:t> this assignment, you only need the free version of ChatGPT.</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p:txBody>
      </p:sp>
      <p:sp>
        <p:nvSpPr>
          <p:cNvPr id="122" name="Google Shape;122;p31"/>
          <p:cNvSpPr txBox="1"/>
          <p:nvPr/>
        </p:nvSpPr>
        <p:spPr>
          <a:xfrm>
            <a:off x="4225731" y="8059037"/>
            <a:ext cx="18063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solidFill>
                  <a:srgbClr val="FFFFFF"/>
                </a:solidFill>
                <a:latin typeface="Roboto"/>
                <a:ea typeface="Roboto"/>
                <a:cs typeface="Roboto"/>
                <a:sym typeface="Roboto"/>
              </a:rPr>
              <a:t>RY IT</a:t>
            </a:r>
            <a:endParaRPr b="1" sz="1900">
              <a:solidFill>
                <a:srgbClr val="FFFFFF"/>
              </a:solidFill>
              <a:latin typeface="Roboto"/>
              <a:ea typeface="Roboto"/>
              <a:cs typeface="Roboto"/>
              <a:sym typeface="Roboto"/>
            </a:endParaRPr>
          </a:p>
        </p:txBody>
      </p:sp>
      <p:sp>
        <p:nvSpPr>
          <p:cNvPr id="123" name="Google Shape;123;p31"/>
          <p:cNvSpPr txBox="1"/>
          <p:nvPr>
            <p:ph type="title"/>
          </p:nvPr>
        </p:nvSpPr>
        <p:spPr>
          <a:xfrm>
            <a:off x="876300" y="571400"/>
            <a:ext cx="16769400" cy="1338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D31D46"/>
                </a:solidFill>
                <a:latin typeface="Poppins"/>
                <a:ea typeface="Poppins"/>
                <a:cs typeface="Poppins"/>
                <a:sym typeface="Poppins"/>
              </a:rPr>
              <a:t>INSTRUCTIONS:</a:t>
            </a:r>
            <a:r>
              <a:rPr lang="en-US">
                <a:latin typeface="Poppins"/>
                <a:ea typeface="Poppins"/>
                <a:cs typeface="Poppins"/>
                <a:sym typeface="Poppins"/>
              </a:rPr>
              <a:t> </a:t>
            </a:r>
            <a:r>
              <a:rPr lang="en-US">
                <a:latin typeface="Poppins"/>
                <a:ea typeface="Poppins"/>
                <a:cs typeface="Poppins"/>
                <a:sym typeface="Poppins"/>
              </a:rPr>
              <a:t>Introduction and background</a:t>
            </a:r>
            <a:endParaRPr>
              <a:latin typeface="Poppins"/>
              <a:ea typeface="Poppins"/>
              <a:cs typeface="Poppins"/>
              <a:sym typeface="Poppins"/>
            </a:endParaRPr>
          </a:p>
        </p:txBody>
      </p:sp>
      <p:sp>
        <p:nvSpPr>
          <p:cNvPr id="124" name="Google Shape;124;p31"/>
          <p:cNvSpPr/>
          <p:nvPr/>
        </p:nvSpPr>
        <p:spPr>
          <a:xfrm>
            <a:off x="6032026" y="7943942"/>
            <a:ext cx="544800" cy="550500"/>
          </a:xfrm>
          <a:custGeom>
            <a:rect b="b" l="l" r="r" t="t"/>
            <a:pathLst>
              <a:path extrusionOk="0" h="120000" w="120000">
                <a:moveTo>
                  <a:pt x="77400" y="36123"/>
                </a:moveTo>
                <a:lnTo>
                  <a:pt x="24868" y="88651"/>
                </a:lnTo>
                <a:lnTo>
                  <a:pt x="31342" y="95066"/>
                </a:lnTo>
                <a:lnTo>
                  <a:pt x="83874" y="42612"/>
                </a:lnTo>
                <a:lnTo>
                  <a:pt x="77400" y="36123"/>
                </a:lnTo>
                <a:close/>
                <a:moveTo>
                  <a:pt x="76848" y="16840"/>
                </a:moveTo>
                <a:lnTo>
                  <a:pt x="103114" y="43086"/>
                </a:lnTo>
                <a:lnTo>
                  <a:pt x="33770" y="112454"/>
                </a:lnTo>
                <a:lnTo>
                  <a:pt x="0" y="120000"/>
                </a:lnTo>
                <a:lnTo>
                  <a:pt x="7504" y="86245"/>
                </a:lnTo>
                <a:lnTo>
                  <a:pt x="76848" y="16840"/>
                </a:lnTo>
                <a:close/>
                <a:moveTo>
                  <a:pt x="101238" y="0"/>
                </a:moveTo>
                <a:lnTo>
                  <a:pt x="101238" y="0"/>
                </a:lnTo>
                <a:lnTo>
                  <a:pt x="103298" y="109"/>
                </a:lnTo>
                <a:lnTo>
                  <a:pt x="105285" y="400"/>
                </a:lnTo>
                <a:lnTo>
                  <a:pt x="107161" y="911"/>
                </a:lnTo>
                <a:lnTo>
                  <a:pt x="109000" y="1640"/>
                </a:lnTo>
                <a:lnTo>
                  <a:pt x="110692" y="2551"/>
                </a:lnTo>
                <a:lnTo>
                  <a:pt x="112311" y="3608"/>
                </a:lnTo>
                <a:lnTo>
                  <a:pt x="113819" y="4811"/>
                </a:lnTo>
                <a:lnTo>
                  <a:pt x="115180" y="6160"/>
                </a:lnTo>
                <a:lnTo>
                  <a:pt x="116394" y="7654"/>
                </a:lnTo>
                <a:lnTo>
                  <a:pt x="117424" y="9295"/>
                </a:lnTo>
                <a:lnTo>
                  <a:pt x="118344" y="10972"/>
                </a:lnTo>
                <a:lnTo>
                  <a:pt x="119043" y="12794"/>
                </a:lnTo>
                <a:lnTo>
                  <a:pt x="119595" y="14690"/>
                </a:lnTo>
                <a:lnTo>
                  <a:pt x="119889" y="16695"/>
                </a:lnTo>
                <a:lnTo>
                  <a:pt x="120000" y="18736"/>
                </a:lnTo>
                <a:lnTo>
                  <a:pt x="119889" y="20814"/>
                </a:lnTo>
                <a:lnTo>
                  <a:pt x="119558" y="22855"/>
                </a:lnTo>
                <a:lnTo>
                  <a:pt x="119006" y="24750"/>
                </a:lnTo>
                <a:lnTo>
                  <a:pt x="118270" y="26609"/>
                </a:lnTo>
                <a:lnTo>
                  <a:pt x="117351" y="28359"/>
                </a:lnTo>
                <a:lnTo>
                  <a:pt x="116284" y="30000"/>
                </a:lnTo>
                <a:lnTo>
                  <a:pt x="108743" y="37472"/>
                </a:lnTo>
                <a:lnTo>
                  <a:pt x="82513" y="11227"/>
                </a:lnTo>
                <a:lnTo>
                  <a:pt x="89981" y="3754"/>
                </a:lnTo>
                <a:lnTo>
                  <a:pt x="91600" y="2624"/>
                </a:lnTo>
                <a:lnTo>
                  <a:pt x="93366" y="1713"/>
                </a:lnTo>
                <a:lnTo>
                  <a:pt x="95242" y="947"/>
                </a:lnTo>
                <a:lnTo>
                  <a:pt x="97155" y="437"/>
                </a:lnTo>
                <a:lnTo>
                  <a:pt x="99178" y="109"/>
                </a:lnTo>
                <a:lnTo>
                  <a:pt x="101238" y="0"/>
                </a:ln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Lato Light"/>
              <a:ea typeface="Lato Light"/>
              <a:cs typeface="Lato Light"/>
              <a:sym typeface="Lato Light"/>
            </a:endParaRPr>
          </a:p>
        </p:txBody>
      </p:sp>
      <p:sp>
        <p:nvSpPr>
          <p:cNvPr id="125" name="Google Shape;125;p31"/>
          <p:cNvSpPr/>
          <p:nvPr/>
        </p:nvSpPr>
        <p:spPr>
          <a:xfrm>
            <a:off x="12002223" y="8006395"/>
            <a:ext cx="517200" cy="441600"/>
          </a:xfrm>
          <a:custGeom>
            <a:rect b="b" l="l" r="r" t="t"/>
            <a:pathLst>
              <a:path extrusionOk="0" h="120000" w="120000">
                <a:moveTo>
                  <a:pt x="114019" y="119767"/>
                </a:moveTo>
                <a:lnTo>
                  <a:pt x="114019" y="119767"/>
                </a:lnTo>
                <a:cubicBezTo>
                  <a:pt x="5581" y="119767"/>
                  <a:pt x="5581" y="119767"/>
                  <a:pt x="5581" y="119767"/>
                </a:cubicBezTo>
                <a:cubicBezTo>
                  <a:pt x="2790" y="119767"/>
                  <a:pt x="0" y="116518"/>
                  <a:pt x="0" y="113036"/>
                </a:cubicBezTo>
                <a:cubicBezTo>
                  <a:pt x="0" y="72185"/>
                  <a:pt x="0" y="72185"/>
                  <a:pt x="0" y="72185"/>
                </a:cubicBezTo>
                <a:cubicBezTo>
                  <a:pt x="0" y="70560"/>
                  <a:pt x="0" y="70560"/>
                  <a:pt x="0" y="68704"/>
                </a:cubicBezTo>
                <a:cubicBezTo>
                  <a:pt x="15548" y="22978"/>
                  <a:pt x="15548" y="22978"/>
                  <a:pt x="15548" y="22978"/>
                </a:cubicBezTo>
                <a:cubicBezTo>
                  <a:pt x="15548" y="21353"/>
                  <a:pt x="18338" y="19729"/>
                  <a:pt x="21129" y="19729"/>
                </a:cubicBezTo>
                <a:cubicBezTo>
                  <a:pt x="29501" y="19729"/>
                  <a:pt x="29501" y="19729"/>
                  <a:pt x="29501" y="19729"/>
                </a:cubicBezTo>
                <a:cubicBezTo>
                  <a:pt x="35083" y="19729"/>
                  <a:pt x="35083" y="19729"/>
                  <a:pt x="35083" y="19729"/>
                </a:cubicBezTo>
                <a:lnTo>
                  <a:pt x="35083" y="21353"/>
                </a:lnTo>
                <a:cubicBezTo>
                  <a:pt x="35083" y="26228"/>
                  <a:pt x="38073" y="29477"/>
                  <a:pt x="40863" y="32727"/>
                </a:cubicBezTo>
                <a:cubicBezTo>
                  <a:pt x="29501" y="32727"/>
                  <a:pt x="29501" y="32727"/>
                  <a:pt x="29501" y="32727"/>
                </a:cubicBezTo>
                <a:cubicBezTo>
                  <a:pt x="23920" y="32727"/>
                  <a:pt x="23920" y="32727"/>
                  <a:pt x="23920" y="32727"/>
                </a:cubicBezTo>
                <a:cubicBezTo>
                  <a:pt x="14152" y="65454"/>
                  <a:pt x="14152" y="65454"/>
                  <a:pt x="14152" y="65454"/>
                </a:cubicBezTo>
                <a:cubicBezTo>
                  <a:pt x="28106" y="65454"/>
                  <a:pt x="28106" y="65454"/>
                  <a:pt x="28106" y="65454"/>
                </a:cubicBezTo>
                <a:cubicBezTo>
                  <a:pt x="32292" y="65454"/>
                  <a:pt x="32292" y="65454"/>
                  <a:pt x="32292" y="65454"/>
                </a:cubicBezTo>
                <a:cubicBezTo>
                  <a:pt x="35083" y="65454"/>
                  <a:pt x="38073" y="67079"/>
                  <a:pt x="38073" y="72185"/>
                </a:cubicBezTo>
                <a:cubicBezTo>
                  <a:pt x="38073" y="78684"/>
                  <a:pt x="38073" y="78684"/>
                  <a:pt x="38073" y="78684"/>
                </a:cubicBezTo>
                <a:cubicBezTo>
                  <a:pt x="83122" y="78684"/>
                  <a:pt x="83122" y="78684"/>
                  <a:pt x="83122" y="78684"/>
                </a:cubicBezTo>
                <a:cubicBezTo>
                  <a:pt x="83122" y="72185"/>
                  <a:pt x="83122" y="72185"/>
                  <a:pt x="83122" y="72185"/>
                </a:cubicBezTo>
                <a:cubicBezTo>
                  <a:pt x="83122" y="67079"/>
                  <a:pt x="84518" y="65454"/>
                  <a:pt x="88704" y="65454"/>
                </a:cubicBezTo>
                <a:cubicBezTo>
                  <a:pt x="94285" y="65454"/>
                  <a:pt x="94285" y="65454"/>
                  <a:pt x="94285" y="65454"/>
                </a:cubicBezTo>
                <a:cubicBezTo>
                  <a:pt x="107043" y="65454"/>
                  <a:pt x="107043" y="65454"/>
                  <a:pt x="107043" y="65454"/>
                </a:cubicBezTo>
                <a:cubicBezTo>
                  <a:pt x="95681" y="32727"/>
                  <a:pt x="95681" y="32727"/>
                  <a:pt x="95681" y="32727"/>
                </a:cubicBezTo>
                <a:cubicBezTo>
                  <a:pt x="90099" y="32727"/>
                  <a:pt x="90099" y="32727"/>
                  <a:pt x="90099" y="32727"/>
                </a:cubicBezTo>
                <a:cubicBezTo>
                  <a:pt x="78936" y="32727"/>
                  <a:pt x="78936" y="32727"/>
                  <a:pt x="78936" y="32727"/>
                </a:cubicBezTo>
                <a:cubicBezTo>
                  <a:pt x="83122" y="29477"/>
                  <a:pt x="84518" y="26228"/>
                  <a:pt x="84518" y="21353"/>
                </a:cubicBezTo>
                <a:lnTo>
                  <a:pt x="84518" y="19729"/>
                </a:lnTo>
                <a:cubicBezTo>
                  <a:pt x="90099" y="19729"/>
                  <a:pt x="90099" y="19729"/>
                  <a:pt x="90099" y="19729"/>
                </a:cubicBezTo>
                <a:cubicBezTo>
                  <a:pt x="100066" y="19729"/>
                  <a:pt x="100066" y="19729"/>
                  <a:pt x="100066" y="19729"/>
                </a:cubicBezTo>
                <a:cubicBezTo>
                  <a:pt x="101461" y="19729"/>
                  <a:pt x="104252" y="21353"/>
                  <a:pt x="104252" y="22978"/>
                </a:cubicBezTo>
                <a:cubicBezTo>
                  <a:pt x="119800" y="68704"/>
                  <a:pt x="119800" y="68704"/>
                  <a:pt x="119800" y="68704"/>
                </a:cubicBezTo>
                <a:cubicBezTo>
                  <a:pt x="119800" y="70560"/>
                  <a:pt x="119800" y="70560"/>
                  <a:pt x="119800" y="72185"/>
                </a:cubicBezTo>
                <a:cubicBezTo>
                  <a:pt x="119800" y="113036"/>
                  <a:pt x="119800" y="113036"/>
                  <a:pt x="119800" y="113036"/>
                </a:cubicBezTo>
                <a:cubicBezTo>
                  <a:pt x="119800" y="116518"/>
                  <a:pt x="118405" y="119767"/>
                  <a:pt x="114019" y="119767"/>
                </a:cubicBezTo>
                <a:close/>
                <a:moveTo>
                  <a:pt x="73156" y="27852"/>
                </a:moveTo>
                <a:lnTo>
                  <a:pt x="73156" y="27852"/>
                </a:lnTo>
                <a:cubicBezTo>
                  <a:pt x="71760" y="27852"/>
                  <a:pt x="70365" y="27852"/>
                  <a:pt x="68970" y="26228"/>
                </a:cubicBezTo>
                <a:cubicBezTo>
                  <a:pt x="66179" y="21353"/>
                  <a:pt x="66179" y="21353"/>
                  <a:pt x="66179" y="21353"/>
                </a:cubicBezTo>
                <a:cubicBezTo>
                  <a:pt x="66179" y="47582"/>
                  <a:pt x="66179" y="47582"/>
                  <a:pt x="66179" y="47582"/>
                </a:cubicBezTo>
                <a:cubicBezTo>
                  <a:pt x="66179" y="62205"/>
                  <a:pt x="66179" y="62205"/>
                  <a:pt x="66179" y="62205"/>
                </a:cubicBezTo>
                <a:cubicBezTo>
                  <a:pt x="66179" y="67079"/>
                  <a:pt x="63388" y="68704"/>
                  <a:pt x="60598" y="68704"/>
                </a:cubicBezTo>
                <a:cubicBezTo>
                  <a:pt x="56411" y="68704"/>
                  <a:pt x="55016" y="67079"/>
                  <a:pt x="55016" y="62205"/>
                </a:cubicBezTo>
                <a:cubicBezTo>
                  <a:pt x="55016" y="52456"/>
                  <a:pt x="55016" y="52456"/>
                  <a:pt x="55016" y="52456"/>
                </a:cubicBezTo>
                <a:cubicBezTo>
                  <a:pt x="55016" y="21353"/>
                  <a:pt x="55016" y="21353"/>
                  <a:pt x="55016" y="21353"/>
                </a:cubicBezTo>
                <a:cubicBezTo>
                  <a:pt x="50631" y="26228"/>
                  <a:pt x="50631" y="26228"/>
                  <a:pt x="50631" y="26228"/>
                </a:cubicBezTo>
                <a:cubicBezTo>
                  <a:pt x="49235" y="27852"/>
                  <a:pt x="47840" y="27852"/>
                  <a:pt x="46445" y="27852"/>
                </a:cubicBezTo>
                <a:cubicBezTo>
                  <a:pt x="43654" y="27852"/>
                  <a:pt x="40863" y="24603"/>
                  <a:pt x="40863" y="21353"/>
                </a:cubicBezTo>
                <a:cubicBezTo>
                  <a:pt x="40863" y="19729"/>
                  <a:pt x="42259" y="18104"/>
                  <a:pt x="43654" y="16247"/>
                </a:cubicBezTo>
                <a:cubicBezTo>
                  <a:pt x="56411" y="1624"/>
                  <a:pt x="56411" y="1624"/>
                  <a:pt x="56411" y="1624"/>
                </a:cubicBezTo>
                <a:cubicBezTo>
                  <a:pt x="57807" y="0"/>
                  <a:pt x="59202" y="0"/>
                  <a:pt x="60598" y="0"/>
                </a:cubicBezTo>
                <a:cubicBezTo>
                  <a:pt x="61993" y="0"/>
                  <a:pt x="63388" y="0"/>
                  <a:pt x="63388" y="1624"/>
                </a:cubicBezTo>
                <a:cubicBezTo>
                  <a:pt x="77541" y="16247"/>
                  <a:pt x="77541" y="16247"/>
                  <a:pt x="77541" y="16247"/>
                </a:cubicBezTo>
                <a:cubicBezTo>
                  <a:pt x="78936" y="18104"/>
                  <a:pt x="78936" y="19729"/>
                  <a:pt x="78936" y="21353"/>
                </a:cubicBezTo>
                <a:cubicBezTo>
                  <a:pt x="78936" y="24603"/>
                  <a:pt x="76146" y="27852"/>
                  <a:pt x="73156" y="27852"/>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Lato Light"/>
              <a:ea typeface="Lato Light"/>
              <a:cs typeface="Lato Light"/>
              <a:sym typeface="Lato Light"/>
            </a:endParaRPr>
          </a:p>
        </p:txBody>
      </p:sp>
      <p:grpSp>
        <p:nvGrpSpPr>
          <p:cNvPr id="126" name="Google Shape;126;p31"/>
          <p:cNvGrpSpPr/>
          <p:nvPr/>
        </p:nvGrpSpPr>
        <p:grpSpPr>
          <a:xfrm>
            <a:off x="876311" y="8450220"/>
            <a:ext cx="12092600" cy="968913"/>
            <a:chOff x="876311" y="7767645"/>
            <a:chExt cx="12092600" cy="968913"/>
          </a:xfrm>
        </p:grpSpPr>
        <p:sp>
          <p:nvSpPr>
            <p:cNvPr id="127" name="Google Shape;127;p31"/>
            <p:cNvSpPr/>
            <p:nvPr/>
          </p:nvSpPr>
          <p:spPr>
            <a:xfrm>
              <a:off x="3898892" y="7767645"/>
              <a:ext cx="3023700" cy="966300"/>
            </a:xfrm>
            <a:prstGeom prst="rect">
              <a:avLst/>
            </a:prstGeom>
            <a:solidFill>
              <a:srgbClr val="E25B69"/>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Montserrat Light"/>
                <a:ea typeface="Montserrat Light"/>
                <a:cs typeface="Montserrat Light"/>
                <a:sym typeface="Montserrat Light"/>
              </a:endParaRPr>
            </a:p>
          </p:txBody>
        </p:sp>
        <p:sp>
          <p:nvSpPr>
            <p:cNvPr id="128" name="Google Shape;128;p31"/>
            <p:cNvSpPr/>
            <p:nvPr/>
          </p:nvSpPr>
          <p:spPr>
            <a:xfrm>
              <a:off x="6922592" y="7767645"/>
              <a:ext cx="3023700" cy="966300"/>
            </a:xfrm>
            <a:prstGeom prst="rect">
              <a:avLst/>
            </a:prstGeom>
            <a:solidFill>
              <a:srgbClr val="D31D46"/>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Montserrat Light"/>
                <a:ea typeface="Montserrat Light"/>
                <a:cs typeface="Montserrat Light"/>
                <a:sym typeface="Montserrat Light"/>
              </a:endParaRPr>
            </a:p>
          </p:txBody>
        </p:sp>
        <p:sp>
          <p:nvSpPr>
            <p:cNvPr id="129" name="Google Shape;129;p31"/>
            <p:cNvSpPr/>
            <p:nvPr/>
          </p:nvSpPr>
          <p:spPr>
            <a:xfrm>
              <a:off x="9946310" y="7767645"/>
              <a:ext cx="3022600" cy="968913"/>
            </a:xfrm>
            <a:custGeom>
              <a:rect b="b" l="l" r="r" t="t"/>
              <a:pathLst>
                <a:path extrusionOk="0" h="94" w="284">
                  <a:moveTo>
                    <a:pt x="238" y="94"/>
                  </a:moveTo>
                  <a:cubicBezTo>
                    <a:pt x="0" y="94"/>
                    <a:pt x="0" y="94"/>
                    <a:pt x="0" y="94"/>
                  </a:cubicBezTo>
                  <a:cubicBezTo>
                    <a:pt x="0" y="0"/>
                    <a:pt x="0" y="0"/>
                    <a:pt x="0" y="0"/>
                  </a:cubicBezTo>
                  <a:cubicBezTo>
                    <a:pt x="238" y="0"/>
                    <a:pt x="238" y="0"/>
                    <a:pt x="238" y="0"/>
                  </a:cubicBezTo>
                  <a:cubicBezTo>
                    <a:pt x="263" y="0"/>
                    <a:pt x="284" y="21"/>
                    <a:pt x="284" y="47"/>
                  </a:cubicBezTo>
                  <a:cubicBezTo>
                    <a:pt x="284" y="47"/>
                    <a:pt x="284" y="47"/>
                    <a:pt x="284" y="47"/>
                  </a:cubicBezTo>
                  <a:cubicBezTo>
                    <a:pt x="284" y="73"/>
                    <a:pt x="263" y="94"/>
                    <a:pt x="238" y="94"/>
                  </a:cubicBezTo>
                  <a:close/>
                </a:path>
              </a:pathLst>
            </a:custGeom>
            <a:solidFill>
              <a:srgbClr val="9C13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Montserrat Light"/>
                <a:ea typeface="Montserrat Light"/>
                <a:cs typeface="Montserrat Light"/>
                <a:sym typeface="Montserrat Light"/>
              </a:endParaRPr>
            </a:p>
          </p:txBody>
        </p:sp>
        <p:sp>
          <p:nvSpPr>
            <p:cNvPr id="130" name="Google Shape;130;p31"/>
            <p:cNvSpPr/>
            <p:nvPr/>
          </p:nvSpPr>
          <p:spPr>
            <a:xfrm>
              <a:off x="876311" y="7767645"/>
              <a:ext cx="3022600" cy="966400"/>
            </a:xfrm>
            <a:custGeom>
              <a:rect b="b" l="l" r="r" t="t"/>
              <a:pathLst>
                <a:path extrusionOk="0" h="94" w="285">
                  <a:moveTo>
                    <a:pt x="285" y="94"/>
                  </a:moveTo>
                  <a:cubicBezTo>
                    <a:pt x="47" y="94"/>
                    <a:pt x="47" y="94"/>
                    <a:pt x="47" y="94"/>
                  </a:cubicBezTo>
                  <a:cubicBezTo>
                    <a:pt x="21" y="94"/>
                    <a:pt x="0" y="73"/>
                    <a:pt x="0" y="47"/>
                  </a:cubicBezTo>
                  <a:cubicBezTo>
                    <a:pt x="0" y="47"/>
                    <a:pt x="0" y="47"/>
                    <a:pt x="0" y="47"/>
                  </a:cubicBezTo>
                  <a:cubicBezTo>
                    <a:pt x="0" y="21"/>
                    <a:pt x="21" y="0"/>
                    <a:pt x="47" y="0"/>
                  </a:cubicBezTo>
                  <a:cubicBezTo>
                    <a:pt x="285" y="0"/>
                    <a:pt x="285" y="0"/>
                    <a:pt x="285" y="0"/>
                  </a:cubicBezTo>
                  <a:lnTo>
                    <a:pt x="285" y="94"/>
                  </a:lnTo>
                  <a:close/>
                </a:path>
              </a:pathLst>
            </a:custGeom>
            <a:solidFill>
              <a:srgbClr val="FBC4C5"/>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Montserrat Light"/>
                <a:ea typeface="Montserrat Light"/>
                <a:cs typeface="Montserrat Light"/>
                <a:sym typeface="Montserrat Light"/>
              </a:endParaRPr>
            </a:p>
          </p:txBody>
        </p:sp>
        <p:sp>
          <p:nvSpPr>
            <p:cNvPr id="131" name="Google Shape;131;p31"/>
            <p:cNvSpPr txBox="1"/>
            <p:nvPr/>
          </p:nvSpPr>
          <p:spPr>
            <a:xfrm>
              <a:off x="1480425" y="8059037"/>
              <a:ext cx="18063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9C1332"/>
                  </a:solidFill>
                  <a:latin typeface="Poppins SemiBold"/>
                  <a:ea typeface="Poppins SemiBold"/>
                  <a:cs typeface="Poppins SemiBold"/>
                  <a:sym typeface="Poppins SemiBold"/>
                </a:rPr>
                <a:t>REVIEW</a:t>
              </a:r>
              <a:endParaRPr sz="1900">
                <a:solidFill>
                  <a:srgbClr val="9C1332"/>
                </a:solidFill>
                <a:latin typeface="Poppins SemiBold"/>
                <a:ea typeface="Poppins SemiBold"/>
                <a:cs typeface="Poppins SemiBold"/>
                <a:sym typeface="Poppins SemiBold"/>
              </a:endParaRPr>
            </a:p>
          </p:txBody>
        </p:sp>
        <p:sp>
          <p:nvSpPr>
            <p:cNvPr id="132" name="Google Shape;132;p31"/>
            <p:cNvSpPr txBox="1"/>
            <p:nvPr/>
          </p:nvSpPr>
          <p:spPr>
            <a:xfrm>
              <a:off x="4225731" y="8059037"/>
              <a:ext cx="18063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FFFFFF"/>
                  </a:solidFill>
                  <a:latin typeface="Poppins SemiBold"/>
                  <a:ea typeface="Poppins SemiBold"/>
                  <a:cs typeface="Poppins SemiBold"/>
                  <a:sym typeface="Poppins SemiBold"/>
                </a:rPr>
                <a:t>COMPLETE</a:t>
              </a:r>
              <a:endParaRPr sz="1900">
                <a:solidFill>
                  <a:srgbClr val="FFFFFF"/>
                </a:solidFill>
                <a:latin typeface="Poppins SemiBold"/>
                <a:ea typeface="Poppins SemiBold"/>
                <a:cs typeface="Poppins SemiBold"/>
                <a:sym typeface="Poppins SemiBold"/>
              </a:endParaRPr>
            </a:p>
          </p:txBody>
        </p:sp>
        <p:sp>
          <p:nvSpPr>
            <p:cNvPr id="133" name="Google Shape;133;p31"/>
            <p:cNvSpPr txBox="1"/>
            <p:nvPr/>
          </p:nvSpPr>
          <p:spPr>
            <a:xfrm>
              <a:off x="7428243" y="8059037"/>
              <a:ext cx="24696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FFFFFF"/>
                  </a:solidFill>
                  <a:latin typeface="Poppins SemiBold"/>
                  <a:ea typeface="Poppins SemiBold"/>
                  <a:cs typeface="Poppins SemiBold"/>
                  <a:sym typeface="Poppins SemiBold"/>
                </a:rPr>
                <a:t>REFLECT</a:t>
              </a:r>
              <a:endParaRPr sz="1900">
                <a:solidFill>
                  <a:srgbClr val="FFFFFF"/>
                </a:solidFill>
                <a:latin typeface="Poppins SemiBold"/>
                <a:ea typeface="Poppins SemiBold"/>
                <a:cs typeface="Poppins SemiBold"/>
                <a:sym typeface="Poppins SemiBold"/>
              </a:endParaRPr>
            </a:p>
          </p:txBody>
        </p:sp>
        <p:sp>
          <p:nvSpPr>
            <p:cNvPr id="134" name="Google Shape;134;p31"/>
            <p:cNvSpPr txBox="1"/>
            <p:nvPr/>
          </p:nvSpPr>
          <p:spPr>
            <a:xfrm>
              <a:off x="10500728" y="8059037"/>
              <a:ext cx="18063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FFFFFF"/>
                  </a:solidFill>
                  <a:latin typeface="Poppins SemiBold"/>
                  <a:ea typeface="Poppins SemiBold"/>
                  <a:cs typeface="Poppins SemiBold"/>
                  <a:sym typeface="Poppins SemiBold"/>
                </a:rPr>
                <a:t>SUBMIT</a:t>
              </a:r>
              <a:endParaRPr sz="1900">
                <a:solidFill>
                  <a:srgbClr val="FFFFFF"/>
                </a:solidFill>
                <a:latin typeface="Poppins SemiBold"/>
                <a:ea typeface="Poppins SemiBold"/>
                <a:cs typeface="Poppins SemiBold"/>
                <a:sym typeface="Poppins SemiBold"/>
              </a:endParaRPr>
            </a:p>
          </p:txBody>
        </p:sp>
        <p:sp>
          <p:nvSpPr>
            <p:cNvPr id="135" name="Google Shape;135;p31"/>
            <p:cNvSpPr/>
            <p:nvPr/>
          </p:nvSpPr>
          <p:spPr>
            <a:xfrm>
              <a:off x="9065201" y="7999142"/>
              <a:ext cx="544800" cy="550500"/>
            </a:xfrm>
            <a:custGeom>
              <a:rect b="b" l="l" r="r" t="t"/>
              <a:pathLst>
                <a:path extrusionOk="0" h="120000" w="120000">
                  <a:moveTo>
                    <a:pt x="77400" y="36123"/>
                  </a:moveTo>
                  <a:lnTo>
                    <a:pt x="24868" y="88651"/>
                  </a:lnTo>
                  <a:lnTo>
                    <a:pt x="31342" y="95066"/>
                  </a:lnTo>
                  <a:lnTo>
                    <a:pt x="83874" y="42612"/>
                  </a:lnTo>
                  <a:lnTo>
                    <a:pt x="77400" y="36123"/>
                  </a:lnTo>
                  <a:close/>
                  <a:moveTo>
                    <a:pt x="76848" y="16840"/>
                  </a:moveTo>
                  <a:lnTo>
                    <a:pt x="103114" y="43086"/>
                  </a:lnTo>
                  <a:lnTo>
                    <a:pt x="33770" y="112454"/>
                  </a:lnTo>
                  <a:lnTo>
                    <a:pt x="0" y="120000"/>
                  </a:lnTo>
                  <a:lnTo>
                    <a:pt x="7504" y="86245"/>
                  </a:lnTo>
                  <a:lnTo>
                    <a:pt x="76848" y="16840"/>
                  </a:lnTo>
                  <a:close/>
                  <a:moveTo>
                    <a:pt x="101238" y="0"/>
                  </a:moveTo>
                  <a:lnTo>
                    <a:pt x="101238" y="0"/>
                  </a:lnTo>
                  <a:lnTo>
                    <a:pt x="103298" y="109"/>
                  </a:lnTo>
                  <a:lnTo>
                    <a:pt x="105285" y="400"/>
                  </a:lnTo>
                  <a:lnTo>
                    <a:pt x="107161" y="911"/>
                  </a:lnTo>
                  <a:lnTo>
                    <a:pt x="109000" y="1640"/>
                  </a:lnTo>
                  <a:lnTo>
                    <a:pt x="110692" y="2551"/>
                  </a:lnTo>
                  <a:lnTo>
                    <a:pt x="112311" y="3608"/>
                  </a:lnTo>
                  <a:lnTo>
                    <a:pt x="113819" y="4811"/>
                  </a:lnTo>
                  <a:lnTo>
                    <a:pt x="115180" y="6160"/>
                  </a:lnTo>
                  <a:lnTo>
                    <a:pt x="116394" y="7654"/>
                  </a:lnTo>
                  <a:lnTo>
                    <a:pt x="117424" y="9295"/>
                  </a:lnTo>
                  <a:lnTo>
                    <a:pt x="118344" y="10972"/>
                  </a:lnTo>
                  <a:lnTo>
                    <a:pt x="119043" y="12794"/>
                  </a:lnTo>
                  <a:lnTo>
                    <a:pt x="119595" y="14690"/>
                  </a:lnTo>
                  <a:lnTo>
                    <a:pt x="119889" y="16695"/>
                  </a:lnTo>
                  <a:lnTo>
                    <a:pt x="120000" y="18736"/>
                  </a:lnTo>
                  <a:lnTo>
                    <a:pt x="119889" y="20814"/>
                  </a:lnTo>
                  <a:lnTo>
                    <a:pt x="119558" y="22855"/>
                  </a:lnTo>
                  <a:lnTo>
                    <a:pt x="119006" y="24750"/>
                  </a:lnTo>
                  <a:lnTo>
                    <a:pt x="118270" y="26609"/>
                  </a:lnTo>
                  <a:lnTo>
                    <a:pt x="117351" y="28359"/>
                  </a:lnTo>
                  <a:lnTo>
                    <a:pt x="116284" y="30000"/>
                  </a:lnTo>
                  <a:lnTo>
                    <a:pt x="108743" y="37472"/>
                  </a:lnTo>
                  <a:lnTo>
                    <a:pt x="82513" y="11227"/>
                  </a:lnTo>
                  <a:lnTo>
                    <a:pt x="89981" y="3754"/>
                  </a:lnTo>
                  <a:lnTo>
                    <a:pt x="91600" y="2624"/>
                  </a:lnTo>
                  <a:lnTo>
                    <a:pt x="93366" y="1713"/>
                  </a:lnTo>
                  <a:lnTo>
                    <a:pt x="95242" y="947"/>
                  </a:lnTo>
                  <a:lnTo>
                    <a:pt x="97155" y="437"/>
                  </a:lnTo>
                  <a:lnTo>
                    <a:pt x="99178" y="109"/>
                  </a:lnTo>
                  <a:lnTo>
                    <a:pt x="101238" y="0"/>
                  </a:ln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Lato Light"/>
                <a:ea typeface="Lato Light"/>
                <a:cs typeface="Lato Light"/>
                <a:sym typeface="Lato Light"/>
              </a:endParaRPr>
            </a:p>
          </p:txBody>
        </p:sp>
        <p:sp>
          <p:nvSpPr>
            <p:cNvPr id="136" name="Google Shape;136;p31"/>
            <p:cNvSpPr/>
            <p:nvPr/>
          </p:nvSpPr>
          <p:spPr>
            <a:xfrm>
              <a:off x="2985926" y="7996024"/>
              <a:ext cx="517200" cy="517200"/>
            </a:xfrm>
            <a:custGeom>
              <a:rect b="b" l="l" r="r" t="t"/>
              <a:pathLst>
                <a:path extrusionOk="0" h="120000" w="120000">
                  <a:moveTo>
                    <a:pt x="115665" y="96157"/>
                  </a:moveTo>
                  <a:lnTo>
                    <a:pt x="115665" y="96157"/>
                  </a:lnTo>
                  <a:cubicBezTo>
                    <a:pt x="62660" y="118423"/>
                    <a:pt x="62660" y="118423"/>
                    <a:pt x="62660" y="118423"/>
                  </a:cubicBezTo>
                  <a:cubicBezTo>
                    <a:pt x="61280" y="119802"/>
                    <a:pt x="61280" y="119802"/>
                    <a:pt x="59901" y="119802"/>
                  </a:cubicBezTo>
                  <a:cubicBezTo>
                    <a:pt x="58522" y="119802"/>
                    <a:pt x="58522" y="119802"/>
                    <a:pt x="57142" y="118423"/>
                  </a:cubicBezTo>
                  <a:cubicBezTo>
                    <a:pt x="4137" y="96157"/>
                    <a:pt x="4137" y="96157"/>
                    <a:pt x="4137" y="96157"/>
                  </a:cubicBezTo>
                  <a:cubicBezTo>
                    <a:pt x="1379" y="96157"/>
                    <a:pt x="0" y="93399"/>
                    <a:pt x="0" y="92019"/>
                  </a:cubicBezTo>
                  <a:cubicBezTo>
                    <a:pt x="0" y="5714"/>
                    <a:pt x="0" y="5714"/>
                    <a:pt x="0" y="5714"/>
                  </a:cubicBezTo>
                  <a:cubicBezTo>
                    <a:pt x="0" y="2955"/>
                    <a:pt x="2758" y="0"/>
                    <a:pt x="5517" y="0"/>
                  </a:cubicBezTo>
                  <a:cubicBezTo>
                    <a:pt x="6896" y="0"/>
                    <a:pt x="6896" y="0"/>
                    <a:pt x="8275" y="1576"/>
                  </a:cubicBezTo>
                  <a:cubicBezTo>
                    <a:pt x="59901" y="22463"/>
                    <a:pt x="59901" y="22463"/>
                    <a:pt x="59901" y="22463"/>
                  </a:cubicBezTo>
                  <a:cubicBezTo>
                    <a:pt x="111330" y="1576"/>
                    <a:pt x="111330" y="1576"/>
                    <a:pt x="111330" y="1576"/>
                  </a:cubicBezTo>
                  <a:cubicBezTo>
                    <a:pt x="112709" y="0"/>
                    <a:pt x="112709" y="0"/>
                    <a:pt x="114088" y="0"/>
                  </a:cubicBezTo>
                  <a:cubicBezTo>
                    <a:pt x="117044" y="0"/>
                    <a:pt x="119802" y="2955"/>
                    <a:pt x="119802" y="5714"/>
                  </a:cubicBezTo>
                  <a:cubicBezTo>
                    <a:pt x="119802" y="92019"/>
                    <a:pt x="119802" y="92019"/>
                    <a:pt x="119802" y="92019"/>
                  </a:cubicBezTo>
                  <a:cubicBezTo>
                    <a:pt x="119802" y="93399"/>
                    <a:pt x="118423" y="96157"/>
                    <a:pt x="115665" y="96157"/>
                  </a:cubicBezTo>
                  <a:close/>
                  <a:moveTo>
                    <a:pt x="54384" y="32118"/>
                  </a:moveTo>
                  <a:lnTo>
                    <a:pt x="54384" y="32118"/>
                  </a:lnTo>
                  <a:cubicBezTo>
                    <a:pt x="11034" y="13990"/>
                    <a:pt x="11034" y="13990"/>
                    <a:pt x="11034" y="13990"/>
                  </a:cubicBezTo>
                  <a:cubicBezTo>
                    <a:pt x="11034" y="87881"/>
                    <a:pt x="11034" y="87881"/>
                    <a:pt x="11034" y="87881"/>
                  </a:cubicBezTo>
                  <a:cubicBezTo>
                    <a:pt x="54384" y="106009"/>
                    <a:pt x="54384" y="106009"/>
                    <a:pt x="54384" y="106009"/>
                  </a:cubicBezTo>
                  <a:lnTo>
                    <a:pt x="54384" y="32118"/>
                  </a:lnTo>
                  <a:close/>
                  <a:moveTo>
                    <a:pt x="108571" y="13990"/>
                  </a:moveTo>
                  <a:lnTo>
                    <a:pt x="108571" y="13990"/>
                  </a:lnTo>
                  <a:cubicBezTo>
                    <a:pt x="65418" y="32118"/>
                    <a:pt x="65418" y="32118"/>
                    <a:pt x="65418" y="32118"/>
                  </a:cubicBezTo>
                  <a:cubicBezTo>
                    <a:pt x="65418" y="106009"/>
                    <a:pt x="65418" y="106009"/>
                    <a:pt x="65418" y="106009"/>
                  </a:cubicBezTo>
                  <a:cubicBezTo>
                    <a:pt x="108571" y="87881"/>
                    <a:pt x="108571" y="87881"/>
                    <a:pt x="108571" y="87881"/>
                  </a:cubicBezTo>
                  <a:lnTo>
                    <a:pt x="108571" y="13990"/>
                  </a:lnTo>
                  <a:close/>
                  <a:moveTo>
                    <a:pt x="73891" y="40591"/>
                  </a:moveTo>
                  <a:lnTo>
                    <a:pt x="73891" y="40591"/>
                  </a:lnTo>
                  <a:cubicBezTo>
                    <a:pt x="94581" y="30738"/>
                    <a:pt x="94581" y="30738"/>
                    <a:pt x="94581" y="30738"/>
                  </a:cubicBezTo>
                  <a:cubicBezTo>
                    <a:pt x="96157" y="30738"/>
                    <a:pt x="96157" y="30738"/>
                    <a:pt x="97536" y="30738"/>
                  </a:cubicBezTo>
                  <a:cubicBezTo>
                    <a:pt x="100295" y="30738"/>
                    <a:pt x="103054" y="32118"/>
                    <a:pt x="103054" y="36256"/>
                  </a:cubicBezTo>
                  <a:cubicBezTo>
                    <a:pt x="103054" y="37635"/>
                    <a:pt x="101674" y="40591"/>
                    <a:pt x="98916" y="40591"/>
                  </a:cubicBezTo>
                  <a:cubicBezTo>
                    <a:pt x="79408" y="50246"/>
                    <a:pt x="79408" y="50246"/>
                    <a:pt x="79408" y="50246"/>
                  </a:cubicBezTo>
                  <a:cubicBezTo>
                    <a:pt x="78029" y="50246"/>
                    <a:pt x="78029" y="50246"/>
                    <a:pt x="76650" y="50246"/>
                  </a:cubicBezTo>
                  <a:cubicBezTo>
                    <a:pt x="73891" y="50246"/>
                    <a:pt x="70935" y="48866"/>
                    <a:pt x="70935" y="44729"/>
                  </a:cubicBezTo>
                  <a:cubicBezTo>
                    <a:pt x="70935" y="43349"/>
                    <a:pt x="72315" y="40591"/>
                    <a:pt x="73891" y="40591"/>
                  </a:cubicBezTo>
                  <a:close/>
                  <a:moveTo>
                    <a:pt x="73891" y="59901"/>
                  </a:moveTo>
                  <a:lnTo>
                    <a:pt x="73891" y="59901"/>
                  </a:lnTo>
                  <a:cubicBezTo>
                    <a:pt x="94581" y="51625"/>
                    <a:pt x="94581" y="51625"/>
                    <a:pt x="94581" y="51625"/>
                  </a:cubicBezTo>
                  <a:cubicBezTo>
                    <a:pt x="96157" y="50246"/>
                    <a:pt x="96157" y="50246"/>
                    <a:pt x="97536" y="50246"/>
                  </a:cubicBezTo>
                  <a:cubicBezTo>
                    <a:pt x="100295" y="50246"/>
                    <a:pt x="103054" y="53004"/>
                    <a:pt x="103054" y="55763"/>
                  </a:cubicBezTo>
                  <a:cubicBezTo>
                    <a:pt x="103054" y="58522"/>
                    <a:pt x="101674" y="59901"/>
                    <a:pt x="98916" y="61280"/>
                  </a:cubicBezTo>
                  <a:cubicBezTo>
                    <a:pt x="79408" y="71133"/>
                    <a:pt x="79408" y="71133"/>
                    <a:pt x="79408" y="71133"/>
                  </a:cubicBezTo>
                  <a:cubicBezTo>
                    <a:pt x="78029" y="71133"/>
                    <a:pt x="78029" y="71133"/>
                    <a:pt x="76650" y="71133"/>
                  </a:cubicBezTo>
                  <a:cubicBezTo>
                    <a:pt x="73891" y="71133"/>
                    <a:pt x="70935" y="68374"/>
                    <a:pt x="70935" y="65615"/>
                  </a:cubicBezTo>
                  <a:cubicBezTo>
                    <a:pt x="70935" y="62857"/>
                    <a:pt x="72315" y="61280"/>
                    <a:pt x="73891" y="59901"/>
                  </a:cubicBezTo>
                  <a:close/>
                  <a:moveTo>
                    <a:pt x="73891" y="80788"/>
                  </a:moveTo>
                  <a:lnTo>
                    <a:pt x="73891" y="80788"/>
                  </a:lnTo>
                  <a:cubicBezTo>
                    <a:pt x="94581" y="71133"/>
                    <a:pt x="94581" y="71133"/>
                    <a:pt x="94581" y="71133"/>
                  </a:cubicBezTo>
                  <a:cubicBezTo>
                    <a:pt x="96157" y="71133"/>
                    <a:pt x="96157" y="71133"/>
                    <a:pt x="97536" y="71133"/>
                  </a:cubicBezTo>
                  <a:cubicBezTo>
                    <a:pt x="100295" y="71133"/>
                    <a:pt x="103054" y="73891"/>
                    <a:pt x="103054" y="76650"/>
                  </a:cubicBezTo>
                  <a:cubicBezTo>
                    <a:pt x="103054" y="79408"/>
                    <a:pt x="101674" y="80788"/>
                    <a:pt x="98916" y="82167"/>
                  </a:cubicBezTo>
                  <a:cubicBezTo>
                    <a:pt x="79408" y="90640"/>
                    <a:pt x="79408" y="90640"/>
                    <a:pt x="79408" y="90640"/>
                  </a:cubicBezTo>
                  <a:cubicBezTo>
                    <a:pt x="78029" y="92019"/>
                    <a:pt x="78029" y="92019"/>
                    <a:pt x="76650" y="92019"/>
                  </a:cubicBezTo>
                  <a:cubicBezTo>
                    <a:pt x="73891" y="92019"/>
                    <a:pt x="70935" y="89261"/>
                    <a:pt x="70935" y="86502"/>
                  </a:cubicBezTo>
                  <a:cubicBezTo>
                    <a:pt x="70935" y="83743"/>
                    <a:pt x="72315" y="82167"/>
                    <a:pt x="73891" y="80788"/>
                  </a:cubicBezTo>
                  <a:close/>
                  <a:moveTo>
                    <a:pt x="22266" y="30738"/>
                  </a:moveTo>
                  <a:lnTo>
                    <a:pt x="22266" y="30738"/>
                  </a:lnTo>
                  <a:cubicBezTo>
                    <a:pt x="23645" y="30738"/>
                    <a:pt x="23645" y="30738"/>
                    <a:pt x="25024" y="30738"/>
                  </a:cubicBezTo>
                  <a:cubicBezTo>
                    <a:pt x="45911" y="40591"/>
                    <a:pt x="45911" y="40591"/>
                    <a:pt x="45911" y="40591"/>
                  </a:cubicBezTo>
                  <a:cubicBezTo>
                    <a:pt x="47290" y="40591"/>
                    <a:pt x="48669" y="43349"/>
                    <a:pt x="48669" y="44729"/>
                  </a:cubicBezTo>
                  <a:cubicBezTo>
                    <a:pt x="48669" y="48866"/>
                    <a:pt x="45911" y="50246"/>
                    <a:pt x="43152" y="50246"/>
                  </a:cubicBezTo>
                  <a:cubicBezTo>
                    <a:pt x="41773" y="50246"/>
                    <a:pt x="41773" y="50246"/>
                    <a:pt x="40394" y="50246"/>
                  </a:cubicBezTo>
                  <a:cubicBezTo>
                    <a:pt x="20886" y="40591"/>
                    <a:pt x="20886" y="40591"/>
                    <a:pt x="20886" y="40591"/>
                  </a:cubicBezTo>
                  <a:cubicBezTo>
                    <a:pt x="18128" y="40591"/>
                    <a:pt x="16748" y="37635"/>
                    <a:pt x="16748" y="36256"/>
                  </a:cubicBezTo>
                  <a:cubicBezTo>
                    <a:pt x="16748" y="32118"/>
                    <a:pt x="19507" y="30738"/>
                    <a:pt x="22266" y="30738"/>
                  </a:cubicBezTo>
                  <a:close/>
                  <a:moveTo>
                    <a:pt x="22266" y="50246"/>
                  </a:moveTo>
                  <a:lnTo>
                    <a:pt x="22266" y="50246"/>
                  </a:lnTo>
                  <a:cubicBezTo>
                    <a:pt x="23645" y="50246"/>
                    <a:pt x="23645" y="50246"/>
                    <a:pt x="25024" y="51625"/>
                  </a:cubicBezTo>
                  <a:cubicBezTo>
                    <a:pt x="45911" y="59901"/>
                    <a:pt x="45911" y="59901"/>
                    <a:pt x="45911" y="59901"/>
                  </a:cubicBezTo>
                  <a:cubicBezTo>
                    <a:pt x="47290" y="61280"/>
                    <a:pt x="48669" y="62857"/>
                    <a:pt x="48669" y="65615"/>
                  </a:cubicBezTo>
                  <a:cubicBezTo>
                    <a:pt x="48669" y="68374"/>
                    <a:pt x="45911" y="71133"/>
                    <a:pt x="43152" y="71133"/>
                  </a:cubicBezTo>
                  <a:cubicBezTo>
                    <a:pt x="41773" y="71133"/>
                    <a:pt x="41773" y="71133"/>
                    <a:pt x="40394" y="71133"/>
                  </a:cubicBezTo>
                  <a:cubicBezTo>
                    <a:pt x="20886" y="61280"/>
                    <a:pt x="20886" y="61280"/>
                    <a:pt x="20886" y="61280"/>
                  </a:cubicBezTo>
                  <a:cubicBezTo>
                    <a:pt x="18128" y="59901"/>
                    <a:pt x="16748" y="58522"/>
                    <a:pt x="16748" y="55763"/>
                  </a:cubicBezTo>
                  <a:cubicBezTo>
                    <a:pt x="16748" y="53004"/>
                    <a:pt x="19507" y="50246"/>
                    <a:pt x="22266" y="50246"/>
                  </a:cubicBezTo>
                  <a:close/>
                  <a:moveTo>
                    <a:pt x="22266" y="71133"/>
                  </a:moveTo>
                  <a:lnTo>
                    <a:pt x="22266" y="71133"/>
                  </a:lnTo>
                  <a:cubicBezTo>
                    <a:pt x="23645" y="71133"/>
                    <a:pt x="23645" y="71133"/>
                    <a:pt x="25024" y="71133"/>
                  </a:cubicBezTo>
                  <a:cubicBezTo>
                    <a:pt x="45911" y="80788"/>
                    <a:pt x="45911" y="80788"/>
                    <a:pt x="45911" y="80788"/>
                  </a:cubicBezTo>
                  <a:cubicBezTo>
                    <a:pt x="47290" y="82167"/>
                    <a:pt x="48669" y="83743"/>
                    <a:pt x="48669" y="86502"/>
                  </a:cubicBezTo>
                  <a:cubicBezTo>
                    <a:pt x="48669" y="89261"/>
                    <a:pt x="45911" y="92019"/>
                    <a:pt x="43152" y="92019"/>
                  </a:cubicBezTo>
                  <a:cubicBezTo>
                    <a:pt x="41773" y="92019"/>
                    <a:pt x="41773" y="92019"/>
                    <a:pt x="40394" y="90640"/>
                  </a:cubicBezTo>
                  <a:cubicBezTo>
                    <a:pt x="20886" y="82167"/>
                    <a:pt x="20886" y="82167"/>
                    <a:pt x="20886" y="82167"/>
                  </a:cubicBezTo>
                  <a:cubicBezTo>
                    <a:pt x="18128" y="80788"/>
                    <a:pt x="16748" y="79408"/>
                    <a:pt x="16748" y="76650"/>
                  </a:cubicBezTo>
                  <a:cubicBezTo>
                    <a:pt x="16748" y="73891"/>
                    <a:pt x="19507" y="71133"/>
                    <a:pt x="22266" y="71133"/>
                  </a:cubicBezTo>
                  <a:close/>
                </a:path>
              </a:pathLst>
            </a:custGeom>
            <a:solidFill>
              <a:srgbClr val="9C133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Lato Light"/>
                <a:ea typeface="Lato Light"/>
                <a:cs typeface="Lato Light"/>
                <a:sym typeface="Lato Light"/>
              </a:endParaRPr>
            </a:p>
          </p:txBody>
        </p:sp>
        <p:sp>
          <p:nvSpPr>
            <p:cNvPr id="137" name="Google Shape;137;p31"/>
            <p:cNvSpPr/>
            <p:nvPr/>
          </p:nvSpPr>
          <p:spPr>
            <a:xfrm>
              <a:off x="5957163" y="7957438"/>
              <a:ext cx="639600" cy="633900"/>
            </a:xfrm>
            <a:custGeom>
              <a:rect b="b" l="l" r="r" t="t"/>
              <a:pathLst>
                <a:path extrusionOk="0" h="120000" w="120000">
                  <a:moveTo>
                    <a:pt x="109640" y="58417"/>
                  </a:moveTo>
                  <a:lnTo>
                    <a:pt x="109640" y="58417"/>
                  </a:lnTo>
                  <a:cubicBezTo>
                    <a:pt x="109640" y="50935"/>
                    <a:pt x="114820" y="45755"/>
                    <a:pt x="119712" y="40575"/>
                  </a:cubicBezTo>
                  <a:cubicBezTo>
                    <a:pt x="119712" y="37985"/>
                    <a:pt x="117410" y="33093"/>
                    <a:pt x="117410" y="30503"/>
                  </a:cubicBezTo>
                  <a:cubicBezTo>
                    <a:pt x="107050" y="33093"/>
                    <a:pt x="101870" y="27913"/>
                    <a:pt x="96978" y="22733"/>
                  </a:cubicBezTo>
                  <a:cubicBezTo>
                    <a:pt x="91798" y="17841"/>
                    <a:pt x="89208" y="12661"/>
                    <a:pt x="91798" y="4892"/>
                  </a:cubicBezTo>
                  <a:cubicBezTo>
                    <a:pt x="89208" y="2589"/>
                    <a:pt x="84316" y="0"/>
                    <a:pt x="79136" y="0"/>
                  </a:cubicBezTo>
                  <a:cubicBezTo>
                    <a:pt x="76546" y="4892"/>
                    <a:pt x="69064" y="10071"/>
                    <a:pt x="61294" y="10071"/>
                  </a:cubicBezTo>
                  <a:cubicBezTo>
                    <a:pt x="53812" y="10071"/>
                    <a:pt x="46043" y="4892"/>
                    <a:pt x="43453" y="0"/>
                  </a:cubicBezTo>
                  <a:cubicBezTo>
                    <a:pt x="38273" y="0"/>
                    <a:pt x="33381" y="2589"/>
                    <a:pt x="30791" y="4892"/>
                  </a:cubicBezTo>
                  <a:cubicBezTo>
                    <a:pt x="33381" y="12661"/>
                    <a:pt x="30791" y="17841"/>
                    <a:pt x="25611" y="22733"/>
                  </a:cubicBezTo>
                  <a:cubicBezTo>
                    <a:pt x="20719" y="27913"/>
                    <a:pt x="12661" y="33093"/>
                    <a:pt x="5179" y="30503"/>
                  </a:cubicBezTo>
                  <a:cubicBezTo>
                    <a:pt x="5179" y="33093"/>
                    <a:pt x="2589" y="37985"/>
                    <a:pt x="0" y="40575"/>
                  </a:cubicBezTo>
                  <a:cubicBezTo>
                    <a:pt x="7769" y="45755"/>
                    <a:pt x="12661" y="50935"/>
                    <a:pt x="12661" y="58417"/>
                  </a:cubicBezTo>
                  <a:cubicBezTo>
                    <a:pt x="12661" y="66187"/>
                    <a:pt x="7769" y="73669"/>
                    <a:pt x="0" y="79136"/>
                  </a:cubicBezTo>
                  <a:cubicBezTo>
                    <a:pt x="2589" y="81438"/>
                    <a:pt x="5179" y="86618"/>
                    <a:pt x="5179" y="89208"/>
                  </a:cubicBezTo>
                  <a:cubicBezTo>
                    <a:pt x="12661" y="89208"/>
                    <a:pt x="20719" y="89208"/>
                    <a:pt x="25611" y="94388"/>
                  </a:cubicBezTo>
                  <a:cubicBezTo>
                    <a:pt x="30791" y="99280"/>
                    <a:pt x="33381" y="107050"/>
                    <a:pt x="30791" y="114532"/>
                  </a:cubicBezTo>
                  <a:cubicBezTo>
                    <a:pt x="33381" y="117122"/>
                    <a:pt x="38273" y="117122"/>
                    <a:pt x="43453" y="119712"/>
                  </a:cubicBezTo>
                  <a:cubicBezTo>
                    <a:pt x="46043" y="111942"/>
                    <a:pt x="53812" y="107050"/>
                    <a:pt x="61294" y="107050"/>
                  </a:cubicBezTo>
                  <a:cubicBezTo>
                    <a:pt x="69064" y="107050"/>
                    <a:pt x="76546" y="111942"/>
                    <a:pt x="79136" y="119712"/>
                  </a:cubicBezTo>
                  <a:cubicBezTo>
                    <a:pt x="84316" y="117122"/>
                    <a:pt x="89208" y="117122"/>
                    <a:pt x="91798" y="114532"/>
                  </a:cubicBezTo>
                  <a:cubicBezTo>
                    <a:pt x="89208" y="107050"/>
                    <a:pt x="91798" y="99280"/>
                    <a:pt x="96978" y="94388"/>
                  </a:cubicBezTo>
                  <a:cubicBezTo>
                    <a:pt x="101870" y="89208"/>
                    <a:pt x="107050" y="86618"/>
                    <a:pt x="117410" y="89208"/>
                  </a:cubicBezTo>
                  <a:cubicBezTo>
                    <a:pt x="117410" y="84028"/>
                    <a:pt x="119712" y="81438"/>
                    <a:pt x="119712" y="76258"/>
                  </a:cubicBezTo>
                  <a:cubicBezTo>
                    <a:pt x="114820" y="73669"/>
                    <a:pt x="109640" y="66187"/>
                    <a:pt x="109640" y="58417"/>
                  </a:cubicBezTo>
                  <a:close/>
                  <a:moveTo>
                    <a:pt x="61294" y="84028"/>
                  </a:moveTo>
                  <a:lnTo>
                    <a:pt x="61294" y="84028"/>
                  </a:lnTo>
                  <a:cubicBezTo>
                    <a:pt x="46043" y="84028"/>
                    <a:pt x="35971" y="73669"/>
                    <a:pt x="35971" y="58417"/>
                  </a:cubicBezTo>
                  <a:cubicBezTo>
                    <a:pt x="35971" y="45755"/>
                    <a:pt x="46043" y="33093"/>
                    <a:pt x="61294" y="33093"/>
                  </a:cubicBezTo>
                  <a:cubicBezTo>
                    <a:pt x="76546" y="33093"/>
                    <a:pt x="86618" y="45755"/>
                    <a:pt x="86618" y="58417"/>
                  </a:cubicBezTo>
                  <a:cubicBezTo>
                    <a:pt x="86618" y="73669"/>
                    <a:pt x="76546" y="84028"/>
                    <a:pt x="61294" y="84028"/>
                  </a:cubicBezTo>
                  <a:close/>
                </a:path>
              </a:pathLst>
            </a:custGeom>
            <a:solidFill>
              <a:srgbClr val="FFFFFF"/>
            </a:solidFill>
            <a:ln>
              <a:noFill/>
            </a:ln>
          </p:spPr>
          <p:txBody>
            <a:bodyPr anchorCtr="0" anchor="ctr" bIns="12850" lIns="25700" spcFirstLastPara="1" rIns="25700" wrap="square" tIns="1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Lato Light"/>
                <a:ea typeface="Lato Light"/>
                <a:cs typeface="Lato Light"/>
                <a:sym typeface="Lato Light"/>
              </a:endParaRPr>
            </a:p>
          </p:txBody>
        </p:sp>
        <p:sp>
          <p:nvSpPr>
            <p:cNvPr id="138" name="Google Shape;138;p31"/>
            <p:cNvSpPr/>
            <p:nvPr/>
          </p:nvSpPr>
          <p:spPr>
            <a:xfrm>
              <a:off x="12002223" y="8006395"/>
              <a:ext cx="517200" cy="441600"/>
            </a:xfrm>
            <a:custGeom>
              <a:rect b="b" l="l" r="r" t="t"/>
              <a:pathLst>
                <a:path extrusionOk="0" h="120000" w="120000">
                  <a:moveTo>
                    <a:pt x="114019" y="119767"/>
                  </a:moveTo>
                  <a:lnTo>
                    <a:pt x="114019" y="119767"/>
                  </a:lnTo>
                  <a:cubicBezTo>
                    <a:pt x="5581" y="119767"/>
                    <a:pt x="5581" y="119767"/>
                    <a:pt x="5581" y="119767"/>
                  </a:cubicBezTo>
                  <a:cubicBezTo>
                    <a:pt x="2790" y="119767"/>
                    <a:pt x="0" y="116518"/>
                    <a:pt x="0" y="113036"/>
                  </a:cubicBezTo>
                  <a:cubicBezTo>
                    <a:pt x="0" y="72185"/>
                    <a:pt x="0" y="72185"/>
                    <a:pt x="0" y="72185"/>
                  </a:cubicBezTo>
                  <a:cubicBezTo>
                    <a:pt x="0" y="70560"/>
                    <a:pt x="0" y="70560"/>
                    <a:pt x="0" y="68704"/>
                  </a:cubicBezTo>
                  <a:cubicBezTo>
                    <a:pt x="15548" y="22978"/>
                    <a:pt x="15548" y="22978"/>
                    <a:pt x="15548" y="22978"/>
                  </a:cubicBezTo>
                  <a:cubicBezTo>
                    <a:pt x="15548" y="21353"/>
                    <a:pt x="18338" y="19729"/>
                    <a:pt x="21129" y="19729"/>
                  </a:cubicBezTo>
                  <a:cubicBezTo>
                    <a:pt x="29501" y="19729"/>
                    <a:pt x="29501" y="19729"/>
                    <a:pt x="29501" y="19729"/>
                  </a:cubicBezTo>
                  <a:cubicBezTo>
                    <a:pt x="35083" y="19729"/>
                    <a:pt x="35083" y="19729"/>
                    <a:pt x="35083" y="19729"/>
                  </a:cubicBezTo>
                  <a:lnTo>
                    <a:pt x="35083" y="21353"/>
                  </a:lnTo>
                  <a:cubicBezTo>
                    <a:pt x="35083" y="26228"/>
                    <a:pt x="38073" y="29477"/>
                    <a:pt x="40863" y="32727"/>
                  </a:cubicBezTo>
                  <a:cubicBezTo>
                    <a:pt x="29501" y="32727"/>
                    <a:pt x="29501" y="32727"/>
                    <a:pt x="29501" y="32727"/>
                  </a:cubicBezTo>
                  <a:cubicBezTo>
                    <a:pt x="23920" y="32727"/>
                    <a:pt x="23920" y="32727"/>
                    <a:pt x="23920" y="32727"/>
                  </a:cubicBezTo>
                  <a:cubicBezTo>
                    <a:pt x="14152" y="65454"/>
                    <a:pt x="14152" y="65454"/>
                    <a:pt x="14152" y="65454"/>
                  </a:cubicBezTo>
                  <a:cubicBezTo>
                    <a:pt x="28106" y="65454"/>
                    <a:pt x="28106" y="65454"/>
                    <a:pt x="28106" y="65454"/>
                  </a:cubicBezTo>
                  <a:cubicBezTo>
                    <a:pt x="32292" y="65454"/>
                    <a:pt x="32292" y="65454"/>
                    <a:pt x="32292" y="65454"/>
                  </a:cubicBezTo>
                  <a:cubicBezTo>
                    <a:pt x="35083" y="65454"/>
                    <a:pt x="38073" y="67079"/>
                    <a:pt x="38073" y="72185"/>
                  </a:cubicBezTo>
                  <a:cubicBezTo>
                    <a:pt x="38073" y="78684"/>
                    <a:pt x="38073" y="78684"/>
                    <a:pt x="38073" y="78684"/>
                  </a:cubicBezTo>
                  <a:cubicBezTo>
                    <a:pt x="83122" y="78684"/>
                    <a:pt x="83122" y="78684"/>
                    <a:pt x="83122" y="78684"/>
                  </a:cubicBezTo>
                  <a:cubicBezTo>
                    <a:pt x="83122" y="72185"/>
                    <a:pt x="83122" y="72185"/>
                    <a:pt x="83122" y="72185"/>
                  </a:cubicBezTo>
                  <a:cubicBezTo>
                    <a:pt x="83122" y="67079"/>
                    <a:pt x="84518" y="65454"/>
                    <a:pt x="88704" y="65454"/>
                  </a:cubicBezTo>
                  <a:cubicBezTo>
                    <a:pt x="94285" y="65454"/>
                    <a:pt x="94285" y="65454"/>
                    <a:pt x="94285" y="65454"/>
                  </a:cubicBezTo>
                  <a:cubicBezTo>
                    <a:pt x="107043" y="65454"/>
                    <a:pt x="107043" y="65454"/>
                    <a:pt x="107043" y="65454"/>
                  </a:cubicBezTo>
                  <a:cubicBezTo>
                    <a:pt x="95681" y="32727"/>
                    <a:pt x="95681" y="32727"/>
                    <a:pt x="95681" y="32727"/>
                  </a:cubicBezTo>
                  <a:cubicBezTo>
                    <a:pt x="90099" y="32727"/>
                    <a:pt x="90099" y="32727"/>
                    <a:pt x="90099" y="32727"/>
                  </a:cubicBezTo>
                  <a:cubicBezTo>
                    <a:pt x="78936" y="32727"/>
                    <a:pt x="78936" y="32727"/>
                    <a:pt x="78936" y="32727"/>
                  </a:cubicBezTo>
                  <a:cubicBezTo>
                    <a:pt x="83122" y="29477"/>
                    <a:pt x="84518" y="26228"/>
                    <a:pt x="84518" y="21353"/>
                  </a:cubicBezTo>
                  <a:lnTo>
                    <a:pt x="84518" y="19729"/>
                  </a:lnTo>
                  <a:cubicBezTo>
                    <a:pt x="90099" y="19729"/>
                    <a:pt x="90099" y="19729"/>
                    <a:pt x="90099" y="19729"/>
                  </a:cubicBezTo>
                  <a:cubicBezTo>
                    <a:pt x="100066" y="19729"/>
                    <a:pt x="100066" y="19729"/>
                    <a:pt x="100066" y="19729"/>
                  </a:cubicBezTo>
                  <a:cubicBezTo>
                    <a:pt x="101461" y="19729"/>
                    <a:pt x="104252" y="21353"/>
                    <a:pt x="104252" y="22978"/>
                  </a:cubicBezTo>
                  <a:cubicBezTo>
                    <a:pt x="119800" y="68704"/>
                    <a:pt x="119800" y="68704"/>
                    <a:pt x="119800" y="68704"/>
                  </a:cubicBezTo>
                  <a:cubicBezTo>
                    <a:pt x="119800" y="70560"/>
                    <a:pt x="119800" y="70560"/>
                    <a:pt x="119800" y="72185"/>
                  </a:cubicBezTo>
                  <a:cubicBezTo>
                    <a:pt x="119800" y="113036"/>
                    <a:pt x="119800" y="113036"/>
                    <a:pt x="119800" y="113036"/>
                  </a:cubicBezTo>
                  <a:cubicBezTo>
                    <a:pt x="119800" y="116518"/>
                    <a:pt x="118405" y="119767"/>
                    <a:pt x="114019" y="119767"/>
                  </a:cubicBezTo>
                  <a:close/>
                  <a:moveTo>
                    <a:pt x="73156" y="27852"/>
                  </a:moveTo>
                  <a:lnTo>
                    <a:pt x="73156" y="27852"/>
                  </a:lnTo>
                  <a:cubicBezTo>
                    <a:pt x="71760" y="27852"/>
                    <a:pt x="70365" y="27852"/>
                    <a:pt x="68970" y="26228"/>
                  </a:cubicBezTo>
                  <a:cubicBezTo>
                    <a:pt x="66179" y="21353"/>
                    <a:pt x="66179" y="21353"/>
                    <a:pt x="66179" y="21353"/>
                  </a:cubicBezTo>
                  <a:cubicBezTo>
                    <a:pt x="66179" y="47582"/>
                    <a:pt x="66179" y="47582"/>
                    <a:pt x="66179" y="47582"/>
                  </a:cubicBezTo>
                  <a:cubicBezTo>
                    <a:pt x="66179" y="62205"/>
                    <a:pt x="66179" y="62205"/>
                    <a:pt x="66179" y="62205"/>
                  </a:cubicBezTo>
                  <a:cubicBezTo>
                    <a:pt x="66179" y="67079"/>
                    <a:pt x="63388" y="68704"/>
                    <a:pt x="60598" y="68704"/>
                  </a:cubicBezTo>
                  <a:cubicBezTo>
                    <a:pt x="56411" y="68704"/>
                    <a:pt x="55016" y="67079"/>
                    <a:pt x="55016" y="62205"/>
                  </a:cubicBezTo>
                  <a:cubicBezTo>
                    <a:pt x="55016" y="52456"/>
                    <a:pt x="55016" y="52456"/>
                    <a:pt x="55016" y="52456"/>
                  </a:cubicBezTo>
                  <a:cubicBezTo>
                    <a:pt x="55016" y="21353"/>
                    <a:pt x="55016" y="21353"/>
                    <a:pt x="55016" y="21353"/>
                  </a:cubicBezTo>
                  <a:cubicBezTo>
                    <a:pt x="50631" y="26228"/>
                    <a:pt x="50631" y="26228"/>
                    <a:pt x="50631" y="26228"/>
                  </a:cubicBezTo>
                  <a:cubicBezTo>
                    <a:pt x="49235" y="27852"/>
                    <a:pt x="47840" y="27852"/>
                    <a:pt x="46445" y="27852"/>
                  </a:cubicBezTo>
                  <a:cubicBezTo>
                    <a:pt x="43654" y="27852"/>
                    <a:pt x="40863" y="24603"/>
                    <a:pt x="40863" y="21353"/>
                  </a:cubicBezTo>
                  <a:cubicBezTo>
                    <a:pt x="40863" y="19729"/>
                    <a:pt x="42259" y="18104"/>
                    <a:pt x="43654" y="16247"/>
                  </a:cubicBezTo>
                  <a:cubicBezTo>
                    <a:pt x="56411" y="1624"/>
                    <a:pt x="56411" y="1624"/>
                    <a:pt x="56411" y="1624"/>
                  </a:cubicBezTo>
                  <a:cubicBezTo>
                    <a:pt x="57807" y="0"/>
                    <a:pt x="59202" y="0"/>
                    <a:pt x="60598" y="0"/>
                  </a:cubicBezTo>
                  <a:cubicBezTo>
                    <a:pt x="61993" y="0"/>
                    <a:pt x="63388" y="0"/>
                    <a:pt x="63388" y="1624"/>
                  </a:cubicBezTo>
                  <a:cubicBezTo>
                    <a:pt x="77541" y="16247"/>
                    <a:pt x="77541" y="16247"/>
                    <a:pt x="77541" y="16247"/>
                  </a:cubicBezTo>
                  <a:cubicBezTo>
                    <a:pt x="78936" y="18104"/>
                    <a:pt x="78936" y="19729"/>
                    <a:pt x="78936" y="21353"/>
                  </a:cubicBezTo>
                  <a:cubicBezTo>
                    <a:pt x="78936" y="24603"/>
                    <a:pt x="76146" y="27852"/>
                    <a:pt x="73156" y="27852"/>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Lato Light"/>
                <a:ea typeface="Lato Light"/>
                <a:cs typeface="Lato Light"/>
                <a:sym typeface="Lato Light"/>
              </a:endParaRPr>
            </a:p>
          </p:txBody>
        </p:sp>
      </p:grpSp>
    </p:spTree>
  </p:cSld>
  <p:clrMapOvr>
    <a:masterClrMapping/>
  </p:clrMapOvr>
  <mc:AlternateContent>
    <mc:Choice Requires="p14">
      <p:transition spd="slow" p14:dur="2500">
        <p14:flip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2"/>
          <p:cNvSpPr txBox="1"/>
          <p:nvPr>
            <p:ph type="title"/>
          </p:nvPr>
        </p:nvSpPr>
        <p:spPr>
          <a:xfrm>
            <a:off x="876300" y="571400"/>
            <a:ext cx="16972500" cy="1338900"/>
          </a:xfrm>
          <a:prstGeom prst="rect">
            <a:avLst/>
          </a:prstGeom>
          <a:solidFill>
            <a:srgbClr val="FFFFFF"/>
          </a:solidFill>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D31D46"/>
                </a:solidFill>
                <a:latin typeface="Poppins"/>
                <a:ea typeface="Poppins"/>
                <a:cs typeface="Poppins"/>
                <a:sym typeface="Poppins"/>
              </a:rPr>
              <a:t>INSTRUCTIONS:</a:t>
            </a:r>
            <a:r>
              <a:rPr lang="en-US">
                <a:solidFill>
                  <a:srgbClr val="1BC1A2"/>
                </a:solidFill>
                <a:latin typeface="Poppins"/>
                <a:ea typeface="Poppins"/>
                <a:cs typeface="Poppins"/>
                <a:sym typeface="Poppins"/>
              </a:rPr>
              <a:t> </a:t>
            </a:r>
            <a:r>
              <a:rPr lang="en-US">
                <a:latin typeface="Poppins"/>
                <a:ea typeface="Poppins"/>
                <a:cs typeface="Poppins"/>
                <a:sym typeface="Poppins"/>
              </a:rPr>
              <a:t>Create a blog article with ChatGPT</a:t>
            </a:r>
            <a:endParaRPr>
              <a:solidFill>
                <a:srgbClr val="000000"/>
              </a:solidFill>
              <a:latin typeface="Poppins"/>
              <a:ea typeface="Poppins"/>
              <a:cs typeface="Poppins"/>
              <a:sym typeface="Poppins"/>
            </a:endParaRPr>
          </a:p>
        </p:txBody>
      </p:sp>
      <p:sp>
        <p:nvSpPr>
          <p:cNvPr id="145" name="Google Shape;145;p32"/>
          <p:cNvSpPr txBox="1"/>
          <p:nvPr/>
        </p:nvSpPr>
        <p:spPr>
          <a:xfrm>
            <a:off x="723900" y="1827050"/>
            <a:ext cx="16816500" cy="74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900">
                <a:latin typeface="Poppins"/>
                <a:ea typeface="Poppins"/>
                <a:cs typeface="Poppins"/>
                <a:sym typeface="Poppins"/>
              </a:rPr>
              <a:t>How it works:</a:t>
            </a:r>
            <a:endParaRPr b="1" sz="29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p>
            <a:pPr indent="-368300" lvl="0" marL="457200" rtl="0" algn="l">
              <a:lnSpc>
                <a:spcPct val="115000"/>
              </a:lnSpc>
              <a:spcBef>
                <a:spcPts val="0"/>
              </a:spcBef>
              <a:spcAft>
                <a:spcPts val="0"/>
              </a:spcAft>
              <a:buClr>
                <a:srgbClr val="D31D46"/>
              </a:buClr>
              <a:buSzPts val="2200"/>
              <a:buFont typeface="Roboto"/>
              <a:buAutoNum type="arabicPeriod"/>
            </a:pPr>
            <a:r>
              <a:rPr b="1" lang="en-US" sz="2200">
                <a:solidFill>
                  <a:srgbClr val="D31D46"/>
                </a:solidFill>
                <a:latin typeface="Poppins"/>
                <a:ea typeface="Poppins"/>
                <a:cs typeface="Poppins"/>
                <a:sym typeface="Poppins"/>
              </a:rPr>
              <a:t>Create </a:t>
            </a:r>
            <a:r>
              <a:rPr lang="en-US" sz="2200">
                <a:latin typeface="Poppins"/>
                <a:ea typeface="Poppins"/>
                <a:cs typeface="Poppins"/>
                <a:sym typeface="Poppins"/>
              </a:rPr>
              <a:t>a free</a:t>
            </a:r>
            <a:r>
              <a:rPr b="1" lang="en-US" sz="2200">
                <a:latin typeface="Poppins"/>
                <a:ea typeface="Poppins"/>
                <a:cs typeface="Poppins"/>
                <a:sym typeface="Poppins"/>
              </a:rPr>
              <a:t> </a:t>
            </a:r>
            <a:r>
              <a:rPr lang="en-US" sz="2200">
                <a:latin typeface="Poppins"/>
                <a:ea typeface="Poppins"/>
                <a:cs typeface="Poppins"/>
                <a:sym typeface="Poppins"/>
              </a:rPr>
              <a:t>ChatGPT account &gt;&gt;&gt; </a:t>
            </a:r>
            <a:r>
              <a:rPr lang="en-US" sz="2200" u="sng">
                <a:solidFill>
                  <a:schemeClr val="hlink"/>
                </a:solidFill>
                <a:latin typeface="Poppins"/>
                <a:ea typeface="Poppins"/>
                <a:cs typeface="Poppins"/>
                <a:sym typeface="Poppins"/>
                <a:hlinkClick r:id="rId3"/>
              </a:rPr>
              <a:t>Sign up here</a:t>
            </a:r>
            <a:r>
              <a:rPr lang="en-US" sz="2200">
                <a:latin typeface="Poppins"/>
                <a:ea typeface="Poppins"/>
                <a:cs typeface="Poppins"/>
                <a:sym typeface="Poppins"/>
              </a:rPr>
              <a:t>, or sign in if you already have an account.</a:t>
            </a:r>
            <a:endParaRPr sz="2200">
              <a:latin typeface="Poppins"/>
              <a:ea typeface="Poppins"/>
              <a:cs typeface="Poppins"/>
              <a:sym typeface="Poppins"/>
            </a:endParaRPr>
          </a:p>
          <a:p>
            <a:pPr indent="0" lvl="0" marL="0" rtl="0" algn="l">
              <a:lnSpc>
                <a:spcPct val="115000"/>
              </a:lnSpc>
              <a:spcBef>
                <a:spcPts val="0"/>
              </a:spcBef>
              <a:spcAft>
                <a:spcPts val="0"/>
              </a:spcAft>
              <a:buNone/>
            </a:pPr>
            <a:r>
              <a:t/>
            </a:r>
            <a:endParaRPr sz="2200">
              <a:latin typeface="Poppins"/>
              <a:ea typeface="Poppins"/>
              <a:cs typeface="Poppins"/>
              <a:sym typeface="Poppins"/>
            </a:endParaRPr>
          </a:p>
          <a:p>
            <a:pPr indent="-368300" lvl="0" marL="457200" rtl="0" algn="l">
              <a:lnSpc>
                <a:spcPct val="115000"/>
              </a:lnSpc>
              <a:spcBef>
                <a:spcPts val="0"/>
              </a:spcBef>
              <a:spcAft>
                <a:spcPts val="0"/>
              </a:spcAft>
              <a:buClr>
                <a:srgbClr val="D31D46"/>
              </a:buClr>
              <a:buSzPts val="2200"/>
              <a:buFont typeface="Roboto"/>
              <a:buAutoNum type="arabicPeriod"/>
            </a:pPr>
            <a:r>
              <a:rPr b="1" lang="en-US" sz="2200">
                <a:solidFill>
                  <a:srgbClr val="D31D46"/>
                </a:solidFill>
                <a:latin typeface="Poppins"/>
                <a:ea typeface="Poppins"/>
                <a:cs typeface="Poppins"/>
                <a:sym typeface="Poppins"/>
              </a:rPr>
              <a:t>Fill in the Blank</a:t>
            </a:r>
            <a:r>
              <a:rPr lang="en-US" sz="2200">
                <a:latin typeface="Poppins"/>
                <a:ea typeface="Poppins"/>
                <a:cs typeface="Poppins"/>
                <a:sym typeface="Poppins"/>
              </a:rPr>
              <a:t>: Using the quantitative data from </a:t>
            </a:r>
            <a:r>
              <a:rPr lang="en-US" sz="2200" u="sng">
                <a:latin typeface="Poppins"/>
                <a:ea typeface="Poppins"/>
                <a:cs typeface="Poppins"/>
                <a:sym typeface="Poppins"/>
              </a:rPr>
              <a:t>slide 5,</a:t>
            </a:r>
            <a:r>
              <a:rPr lang="en-US" sz="2200">
                <a:solidFill>
                  <a:schemeClr val="dk1"/>
                </a:solidFill>
                <a:latin typeface="Poppins"/>
                <a:ea typeface="Poppins"/>
                <a:cs typeface="Poppins"/>
                <a:sym typeface="Poppins"/>
              </a:rPr>
              <a:t> fill in the blanks for the prompt below, then use the prompt to start building the blog article:</a:t>
            </a:r>
            <a:endParaRPr sz="2200">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br>
              <a:rPr lang="en-US" sz="2200">
                <a:solidFill>
                  <a:schemeClr val="dk1"/>
                </a:solidFill>
                <a:latin typeface="Poppins"/>
                <a:ea typeface="Poppins"/>
                <a:cs typeface="Poppins"/>
                <a:sym typeface="Poppins"/>
              </a:rPr>
            </a:br>
            <a:r>
              <a:rPr b="1" lang="en-US" sz="2200">
                <a:solidFill>
                  <a:schemeClr val="dk1"/>
                </a:solidFill>
                <a:latin typeface="Poppins"/>
                <a:ea typeface="Poppins"/>
                <a:cs typeface="Poppins"/>
                <a:sym typeface="Poppins"/>
              </a:rPr>
              <a:t>Write a 300 word blog article using SEO best practices on the keyword “Affordable web hosting for small businesses.” This article should be written in a </a:t>
            </a:r>
            <a:r>
              <a:rPr b="1" lang="en-US" sz="2200">
                <a:solidFill>
                  <a:schemeClr val="dk1"/>
                </a:solidFill>
              </a:rPr>
              <a:t>___________</a:t>
            </a:r>
            <a:r>
              <a:rPr b="1" lang="en-US" sz="2200">
                <a:solidFill>
                  <a:schemeClr val="dk1"/>
                </a:solidFill>
                <a:latin typeface="Poppins"/>
                <a:ea typeface="Poppins"/>
                <a:cs typeface="Poppins"/>
                <a:sym typeface="Poppins"/>
              </a:rPr>
              <a:t> tone for an audience of </a:t>
            </a:r>
            <a:r>
              <a:rPr b="1" lang="en-US" sz="2200">
                <a:solidFill>
                  <a:schemeClr val="dk1"/>
                </a:solidFill>
              </a:rPr>
              <a:t>___________</a:t>
            </a:r>
            <a:r>
              <a:rPr b="1" lang="en-US" sz="2200">
                <a:solidFill>
                  <a:schemeClr val="dk1"/>
                </a:solidFill>
                <a:latin typeface="Poppins"/>
                <a:ea typeface="Poppins"/>
                <a:cs typeface="Poppins"/>
                <a:sym typeface="Poppins"/>
              </a:rPr>
              <a:t> ages </a:t>
            </a:r>
            <a:r>
              <a:rPr b="1" lang="en-US" sz="2200">
                <a:solidFill>
                  <a:schemeClr val="dk1"/>
                </a:solidFill>
              </a:rPr>
              <a:t>____45_-_54_</a:t>
            </a:r>
            <a:r>
              <a:rPr b="1" lang="en-US" sz="2200">
                <a:solidFill>
                  <a:schemeClr val="dk1"/>
                </a:solidFill>
                <a:latin typeface="Poppins"/>
                <a:ea typeface="Poppins"/>
                <a:cs typeface="Poppins"/>
                <a:sym typeface="Poppins"/>
              </a:rPr>
              <a:t> interested in purchasing hosting for their small business website from GoDaddy. Do not show the demographics in the response.</a:t>
            </a:r>
            <a:endParaRPr b="1" sz="2200">
              <a:solidFill>
                <a:schemeClr val="dk1"/>
              </a:solidFill>
              <a:latin typeface="Poppins"/>
              <a:ea typeface="Poppins"/>
              <a:cs typeface="Poppins"/>
              <a:sym typeface="Poppins"/>
            </a:endParaRPr>
          </a:p>
          <a:p>
            <a:pPr indent="0" lvl="0" marL="914400" rtl="0" algn="l">
              <a:lnSpc>
                <a:spcPct val="115000"/>
              </a:lnSpc>
              <a:spcBef>
                <a:spcPts val="0"/>
              </a:spcBef>
              <a:spcAft>
                <a:spcPts val="0"/>
              </a:spcAft>
              <a:buNone/>
            </a:pPr>
            <a:r>
              <a:t/>
            </a:r>
            <a:endParaRPr sz="2200">
              <a:solidFill>
                <a:schemeClr val="dk1"/>
              </a:solidFill>
              <a:latin typeface="Poppins"/>
              <a:ea typeface="Poppins"/>
              <a:cs typeface="Poppins"/>
              <a:sym typeface="Poppins"/>
            </a:endParaRPr>
          </a:p>
          <a:p>
            <a:pPr indent="-368300" lvl="0" marL="457200" rtl="0" algn="l">
              <a:lnSpc>
                <a:spcPct val="115000"/>
              </a:lnSpc>
              <a:spcBef>
                <a:spcPts val="0"/>
              </a:spcBef>
              <a:spcAft>
                <a:spcPts val="0"/>
              </a:spcAft>
              <a:buClr>
                <a:srgbClr val="D31D46"/>
              </a:buClr>
              <a:buSzPts val="2200"/>
              <a:buFont typeface="Roboto"/>
              <a:buAutoNum type="arabicPeriod"/>
            </a:pPr>
            <a:r>
              <a:rPr b="1" lang="en-US" sz="2200">
                <a:solidFill>
                  <a:srgbClr val="D31D46"/>
                </a:solidFill>
                <a:latin typeface="Poppins"/>
                <a:ea typeface="Poppins"/>
                <a:cs typeface="Poppins"/>
                <a:sym typeface="Poppins"/>
              </a:rPr>
              <a:t>Copy and paste the prompt </a:t>
            </a:r>
            <a:r>
              <a:rPr lang="en-US" sz="2200">
                <a:solidFill>
                  <a:schemeClr val="dk1"/>
                </a:solidFill>
                <a:latin typeface="Poppins"/>
                <a:ea typeface="Poppins"/>
                <a:cs typeface="Poppins"/>
                <a:sym typeface="Poppins"/>
              </a:rPr>
              <a:t>into ChatGPT. What was the result? (Record your answer on </a:t>
            </a:r>
            <a:r>
              <a:rPr lang="en-US" sz="2200" u="sng">
                <a:solidFill>
                  <a:schemeClr val="dk1"/>
                </a:solidFill>
                <a:latin typeface="Poppins"/>
                <a:ea typeface="Poppins"/>
                <a:cs typeface="Poppins"/>
                <a:sym typeface="Poppins"/>
              </a:rPr>
              <a:t>slide 6</a:t>
            </a:r>
            <a:r>
              <a:rPr lang="en-US" sz="2200">
                <a:solidFill>
                  <a:schemeClr val="dk1"/>
                </a:solidFill>
                <a:latin typeface="Poppins"/>
                <a:ea typeface="Poppins"/>
                <a:cs typeface="Poppins"/>
                <a:sym typeface="Poppins"/>
              </a:rPr>
              <a:t>)</a:t>
            </a:r>
            <a:endParaRPr sz="2200">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2200">
              <a:solidFill>
                <a:schemeClr val="dk1"/>
              </a:solidFill>
              <a:latin typeface="Poppins"/>
              <a:ea typeface="Poppins"/>
              <a:cs typeface="Poppins"/>
              <a:sym typeface="Poppins"/>
            </a:endParaRPr>
          </a:p>
          <a:p>
            <a:pPr indent="-368300" lvl="0" marL="457200" rtl="0" algn="l">
              <a:lnSpc>
                <a:spcPct val="115000"/>
              </a:lnSpc>
              <a:spcBef>
                <a:spcPts val="0"/>
              </a:spcBef>
              <a:spcAft>
                <a:spcPts val="0"/>
              </a:spcAft>
              <a:buClr>
                <a:srgbClr val="D31D46"/>
              </a:buClr>
              <a:buSzPts val="2200"/>
              <a:buFont typeface="Poppins"/>
              <a:buAutoNum type="arabicPeriod"/>
            </a:pPr>
            <a:r>
              <a:rPr b="1" lang="en-US" sz="2200">
                <a:solidFill>
                  <a:srgbClr val="D31D46"/>
                </a:solidFill>
                <a:latin typeface="Poppins"/>
                <a:ea typeface="Poppins"/>
                <a:cs typeface="Poppins"/>
                <a:sym typeface="Poppins"/>
              </a:rPr>
              <a:t>Follow up / Customize your prompt.</a:t>
            </a:r>
            <a:r>
              <a:rPr b="1" lang="en-US" sz="2200">
                <a:solidFill>
                  <a:srgbClr val="1BC1A2"/>
                </a:solidFill>
                <a:latin typeface="Poppins"/>
                <a:ea typeface="Poppins"/>
                <a:cs typeface="Poppins"/>
                <a:sym typeface="Poppins"/>
              </a:rPr>
              <a:t> </a:t>
            </a:r>
            <a:r>
              <a:rPr lang="en-US" sz="2200">
                <a:solidFill>
                  <a:schemeClr val="dk1"/>
                </a:solidFill>
                <a:latin typeface="Poppins"/>
                <a:ea typeface="Poppins"/>
                <a:cs typeface="Poppins"/>
                <a:sym typeface="Poppins"/>
              </a:rPr>
              <a:t>Remember that ChatGPT is a conversational algorithm. You can ask it follow-up questions to expand or improve the responses. (Record your answers on </a:t>
            </a:r>
            <a:r>
              <a:rPr lang="en-US" sz="2200" u="sng">
                <a:solidFill>
                  <a:schemeClr val="dk1"/>
                </a:solidFill>
                <a:latin typeface="Poppins"/>
                <a:ea typeface="Poppins"/>
                <a:cs typeface="Poppins"/>
                <a:sym typeface="Poppins"/>
              </a:rPr>
              <a:t>slide 9</a:t>
            </a:r>
            <a:r>
              <a:rPr lang="en-US" sz="2200">
                <a:solidFill>
                  <a:schemeClr val="dk1"/>
                </a:solidFill>
                <a:latin typeface="Poppins"/>
                <a:ea typeface="Poppins"/>
                <a:cs typeface="Poppins"/>
                <a:sym typeface="Poppins"/>
              </a:rPr>
              <a:t>)</a:t>
            </a:r>
            <a:endParaRPr sz="2200">
              <a:solidFill>
                <a:schemeClr val="dk1"/>
              </a:solidFill>
              <a:latin typeface="Poppins"/>
              <a:ea typeface="Poppins"/>
              <a:cs typeface="Poppins"/>
              <a:sym typeface="Poppins"/>
            </a:endParaRPr>
          </a:p>
        </p:txBody>
      </p:sp>
      <p:grpSp>
        <p:nvGrpSpPr>
          <p:cNvPr id="146" name="Google Shape;146;p32"/>
          <p:cNvGrpSpPr/>
          <p:nvPr/>
        </p:nvGrpSpPr>
        <p:grpSpPr>
          <a:xfrm>
            <a:off x="876311" y="8602620"/>
            <a:ext cx="12092600" cy="968913"/>
            <a:chOff x="876311" y="7767645"/>
            <a:chExt cx="12092600" cy="968913"/>
          </a:xfrm>
        </p:grpSpPr>
        <p:sp>
          <p:nvSpPr>
            <p:cNvPr id="147" name="Google Shape;147;p32"/>
            <p:cNvSpPr/>
            <p:nvPr/>
          </p:nvSpPr>
          <p:spPr>
            <a:xfrm>
              <a:off x="3898892" y="7767645"/>
              <a:ext cx="3023700" cy="966300"/>
            </a:xfrm>
            <a:prstGeom prst="rect">
              <a:avLst/>
            </a:prstGeom>
            <a:solidFill>
              <a:srgbClr val="E25B69"/>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Montserrat Light"/>
                <a:ea typeface="Montserrat Light"/>
                <a:cs typeface="Montserrat Light"/>
                <a:sym typeface="Montserrat Light"/>
              </a:endParaRPr>
            </a:p>
          </p:txBody>
        </p:sp>
        <p:sp>
          <p:nvSpPr>
            <p:cNvPr id="148" name="Google Shape;148;p32"/>
            <p:cNvSpPr/>
            <p:nvPr/>
          </p:nvSpPr>
          <p:spPr>
            <a:xfrm>
              <a:off x="6922592" y="7767645"/>
              <a:ext cx="3023700" cy="966300"/>
            </a:xfrm>
            <a:prstGeom prst="rect">
              <a:avLst/>
            </a:prstGeom>
            <a:solidFill>
              <a:srgbClr val="D31D46"/>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Montserrat Light"/>
                <a:ea typeface="Montserrat Light"/>
                <a:cs typeface="Montserrat Light"/>
                <a:sym typeface="Montserrat Light"/>
              </a:endParaRPr>
            </a:p>
          </p:txBody>
        </p:sp>
        <p:sp>
          <p:nvSpPr>
            <p:cNvPr id="149" name="Google Shape;149;p32"/>
            <p:cNvSpPr/>
            <p:nvPr/>
          </p:nvSpPr>
          <p:spPr>
            <a:xfrm>
              <a:off x="9946310" y="7767645"/>
              <a:ext cx="3022600" cy="968913"/>
            </a:xfrm>
            <a:custGeom>
              <a:rect b="b" l="l" r="r" t="t"/>
              <a:pathLst>
                <a:path extrusionOk="0" h="94" w="284">
                  <a:moveTo>
                    <a:pt x="238" y="94"/>
                  </a:moveTo>
                  <a:cubicBezTo>
                    <a:pt x="0" y="94"/>
                    <a:pt x="0" y="94"/>
                    <a:pt x="0" y="94"/>
                  </a:cubicBezTo>
                  <a:cubicBezTo>
                    <a:pt x="0" y="0"/>
                    <a:pt x="0" y="0"/>
                    <a:pt x="0" y="0"/>
                  </a:cubicBezTo>
                  <a:cubicBezTo>
                    <a:pt x="238" y="0"/>
                    <a:pt x="238" y="0"/>
                    <a:pt x="238" y="0"/>
                  </a:cubicBezTo>
                  <a:cubicBezTo>
                    <a:pt x="263" y="0"/>
                    <a:pt x="284" y="21"/>
                    <a:pt x="284" y="47"/>
                  </a:cubicBezTo>
                  <a:cubicBezTo>
                    <a:pt x="284" y="47"/>
                    <a:pt x="284" y="47"/>
                    <a:pt x="284" y="47"/>
                  </a:cubicBezTo>
                  <a:cubicBezTo>
                    <a:pt x="284" y="73"/>
                    <a:pt x="263" y="94"/>
                    <a:pt x="238" y="94"/>
                  </a:cubicBezTo>
                  <a:close/>
                </a:path>
              </a:pathLst>
            </a:custGeom>
            <a:solidFill>
              <a:srgbClr val="9C13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Montserrat Light"/>
                <a:ea typeface="Montserrat Light"/>
                <a:cs typeface="Montserrat Light"/>
                <a:sym typeface="Montserrat Light"/>
              </a:endParaRPr>
            </a:p>
          </p:txBody>
        </p:sp>
        <p:sp>
          <p:nvSpPr>
            <p:cNvPr id="150" name="Google Shape;150;p32"/>
            <p:cNvSpPr/>
            <p:nvPr/>
          </p:nvSpPr>
          <p:spPr>
            <a:xfrm>
              <a:off x="876311" y="7767645"/>
              <a:ext cx="3022600" cy="966400"/>
            </a:xfrm>
            <a:custGeom>
              <a:rect b="b" l="l" r="r" t="t"/>
              <a:pathLst>
                <a:path extrusionOk="0" h="94" w="285">
                  <a:moveTo>
                    <a:pt x="285" y="94"/>
                  </a:moveTo>
                  <a:cubicBezTo>
                    <a:pt x="47" y="94"/>
                    <a:pt x="47" y="94"/>
                    <a:pt x="47" y="94"/>
                  </a:cubicBezTo>
                  <a:cubicBezTo>
                    <a:pt x="21" y="94"/>
                    <a:pt x="0" y="73"/>
                    <a:pt x="0" y="47"/>
                  </a:cubicBezTo>
                  <a:cubicBezTo>
                    <a:pt x="0" y="47"/>
                    <a:pt x="0" y="47"/>
                    <a:pt x="0" y="47"/>
                  </a:cubicBezTo>
                  <a:cubicBezTo>
                    <a:pt x="0" y="21"/>
                    <a:pt x="21" y="0"/>
                    <a:pt x="47" y="0"/>
                  </a:cubicBezTo>
                  <a:cubicBezTo>
                    <a:pt x="285" y="0"/>
                    <a:pt x="285" y="0"/>
                    <a:pt x="285" y="0"/>
                  </a:cubicBezTo>
                  <a:lnTo>
                    <a:pt x="285" y="94"/>
                  </a:lnTo>
                  <a:close/>
                </a:path>
              </a:pathLst>
            </a:custGeom>
            <a:solidFill>
              <a:srgbClr val="FBC4C5"/>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Montserrat Light"/>
                <a:ea typeface="Montserrat Light"/>
                <a:cs typeface="Montserrat Light"/>
                <a:sym typeface="Montserrat Light"/>
              </a:endParaRPr>
            </a:p>
          </p:txBody>
        </p:sp>
        <p:sp>
          <p:nvSpPr>
            <p:cNvPr id="151" name="Google Shape;151;p32"/>
            <p:cNvSpPr txBox="1"/>
            <p:nvPr/>
          </p:nvSpPr>
          <p:spPr>
            <a:xfrm>
              <a:off x="1480425" y="8059037"/>
              <a:ext cx="18063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9C1332"/>
                  </a:solidFill>
                  <a:latin typeface="Poppins SemiBold"/>
                  <a:ea typeface="Poppins SemiBold"/>
                  <a:cs typeface="Poppins SemiBold"/>
                  <a:sym typeface="Poppins SemiBold"/>
                </a:rPr>
                <a:t>REVIEW</a:t>
              </a:r>
              <a:endParaRPr sz="1900">
                <a:solidFill>
                  <a:srgbClr val="9C1332"/>
                </a:solidFill>
                <a:latin typeface="Poppins SemiBold"/>
                <a:ea typeface="Poppins SemiBold"/>
                <a:cs typeface="Poppins SemiBold"/>
                <a:sym typeface="Poppins SemiBold"/>
              </a:endParaRPr>
            </a:p>
          </p:txBody>
        </p:sp>
        <p:sp>
          <p:nvSpPr>
            <p:cNvPr id="152" name="Google Shape;152;p32"/>
            <p:cNvSpPr txBox="1"/>
            <p:nvPr/>
          </p:nvSpPr>
          <p:spPr>
            <a:xfrm>
              <a:off x="4225731" y="8059037"/>
              <a:ext cx="18063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FFFFFF"/>
                  </a:solidFill>
                  <a:latin typeface="Poppins SemiBold"/>
                  <a:ea typeface="Poppins SemiBold"/>
                  <a:cs typeface="Poppins SemiBold"/>
                  <a:sym typeface="Poppins SemiBold"/>
                </a:rPr>
                <a:t>COMPLETE</a:t>
              </a:r>
              <a:endParaRPr sz="1900">
                <a:solidFill>
                  <a:srgbClr val="FFFFFF"/>
                </a:solidFill>
                <a:latin typeface="Poppins SemiBold"/>
                <a:ea typeface="Poppins SemiBold"/>
                <a:cs typeface="Poppins SemiBold"/>
                <a:sym typeface="Poppins SemiBold"/>
              </a:endParaRPr>
            </a:p>
          </p:txBody>
        </p:sp>
        <p:sp>
          <p:nvSpPr>
            <p:cNvPr id="153" name="Google Shape;153;p32"/>
            <p:cNvSpPr txBox="1"/>
            <p:nvPr/>
          </p:nvSpPr>
          <p:spPr>
            <a:xfrm>
              <a:off x="7428243" y="8059037"/>
              <a:ext cx="24696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FFFFFF"/>
                  </a:solidFill>
                  <a:latin typeface="Poppins SemiBold"/>
                  <a:ea typeface="Poppins SemiBold"/>
                  <a:cs typeface="Poppins SemiBold"/>
                  <a:sym typeface="Poppins SemiBold"/>
                </a:rPr>
                <a:t>REFLECT</a:t>
              </a:r>
              <a:endParaRPr sz="1900">
                <a:solidFill>
                  <a:srgbClr val="FFFFFF"/>
                </a:solidFill>
                <a:latin typeface="Poppins SemiBold"/>
                <a:ea typeface="Poppins SemiBold"/>
                <a:cs typeface="Poppins SemiBold"/>
                <a:sym typeface="Poppins SemiBold"/>
              </a:endParaRPr>
            </a:p>
          </p:txBody>
        </p:sp>
        <p:sp>
          <p:nvSpPr>
            <p:cNvPr id="154" name="Google Shape;154;p32"/>
            <p:cNvSpPr txBox="1"/>
            <p:nvPr/>
          </p:nvSpPr>
          <p:spPr>
            <a:xfrm>
              <a:off x="10500728" y="8059037"/>
              <a:ext cx="18063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FFFFFF"/>
                  </a:solidFill>
                  <a:latin typeface="Poppins SemiBold"/>
                  <a:ea typeface="Poppins SemiBold"/>
                  <a:cs typeface="Poppins SemiBold"/>
                  <a:sym typeface="Poppins SemiBold"/>
                </a:rPr>
                <a:t>SUBMIT</a:t>
              </a:r>
              <a:endParaRPr sz="1900">
                <a:solidFill>
                  <a:srgbClr val="FFFFFF"/>
                </a:solidFill>
                <a:latin typeface="Poppins SemiBold"/>
                <a:ea typeface="Poppins SemiBold"/>
                <a:cs typeface="Poppins SemiBold"/>
                <a:sym typeface="Poppins SemiBold"/>
              </a:endParaRPr>
            </a:p>
          </p:txBody>
        </p:sp>
        <p:sp>
          <p:nvSpPr>
            <p:cNvPr id="155" name="Google Shape;155;p32"/>
            <p:cNvSpPr/>
            <p:nvPr/>
          </p:nvSpPr>
          <p:spPr>
            <a:xfrm>
              <a:off x="9065201" y="7999142"/>
              <a:ext cx="544800" cy="550500"/>
            </a:xfrm>
            <a:custGeom>
              <a:rect b="b" l="l" r="r" t="t"/>
              <a:pathLst>
                <a:path extrusionOk="0" h="120000" w="120000">
                  <a:moveTo>
                    <a:pt x="77400" y="36123"/>
                  </a:moveTo>
                  <a:lnTo>
                    <a:pt x="24868" y="88651"/>
                  </a:lnTo>
                  <a:lnTo>
                    <a:pt x="31342" y="95066"/>
                  </a:lnTo>
                  <a:lnTo>
                    <a:pt x="83874" y="42612"/>
                  </a:lnTo>
                  <a:lnTo>
                    <a:pt x="77400" y="36123"/>
                  </a:lnTo>
                  <a:close/>
                  <a:moveTo>
                    <a:pt x="76848" y="16840"/>
                  </a:moveTo>
                  <a:lnTo>
                    <a:pt x="103114" y="43086"/>
                  </a:lnTo>
                  <a:lnTo>
                    <a:pt x="33770" y="112454"/>
                  </a:lnTo>
                  <a:lnTo>
                    <a:pt x="0" y="120000"/>
                  </a:lnTo>
                  <a:lnTo>
                    <a:pt x="7504" y="86245"/>
                  </a:lnTo>
                  <a:lnTo>
                    <a:pt x="76848" y="16840"/>
                  </a:lnTo>
                  <a:close/>
                  <a:moveTo>
                    <a:pt x="101238" y="0"/>
                  </a:moveTo>
                  <a:lnTo>
                    <a:pt x="101238" y="0"/>
                  </a:lnTo>
                  <a:lnTo>
                    <a:pt x="103298" y="109"/>
                  </a:lnTo>
                  <a:lnTo>
                    <a:pt x="105285" y="400"/>
                  </a:lnTo>
                  <a:lnTo>
                    <a:pt x="107161" y="911"/>
                  </a:lnTo>
                  <a:lnTo>
                    <a:pt x="109000" y="1640"/>
                  </a:lnTo>
                  <a:lnTo>
                    <a:pt x="110692" y="2551"/>
                  </a:lnTo>
                  <a:lnTo>
                    <a:pt x="112311" y="3608"/>
                  </a:lnTo>
                  <a:lnTo>
                    <a:pt x="113819" y="4811"/>
                  </a:lnTo>
                  <a:lnTo>
                    <a:pt x="115180" y="6160"/>
                  </a:lnTo>
                  <a:lnTo>
                    <a:pt x="116394" y="7654"/>
                  </a:lnTo>
                  <a:lnTo>
                    <a:pt x="117424" y="9295"/>
                  </a:lnTo>
                  <a:lnTo>
                    <a:pt x="118344" y="10972"/>
                  </a:lnTo>
                  <a:lnTo>
                    <a:pt x="119043" y="12794"/>
                  </a:lnTo>
                  <a:lnTo>
                    <a:pt x="119595" y="14690"/>
                  </a:lnTo>
                  <a:lnTo>
                    <a:pt x="119889" y="16695"/>
                  </a:lnTo>
                  <a:lnTo>
                    <a:pt x="120000" y="18736"/>
                  </a:lnTo>
                  <a:lnTo>
                    <a:pt x="119889" y="20814"/>
                  </a:lnTo>
                  <a:lnTo>
                    <a:pt x="119558" y="22855"/>
                  </a:lnTo>
                  <a:lnTo>
                    <a:pt x="119006" y="24750"/>
                  </a:lnTo>
                  <a:lnTo>
                    <a:pt x="118270" y="26609"/>
                  </a:lnTo>
                  <a:lnTo>
                    <a:pt x="117351" y="28359"/>
                  </a:lnTo>
                  <a:lnTo>
                    <a:pt x="116284" y="30000"/>
                  </a:lnTo>
                  <a:lnTo>
                    <a:pt x="108743" y="37472"/>
                  </a:lnTo>
                  <a:lnTo>
                    <a:pt x="82513" y="11227"/>
                  </a:lnTo>
                  <a:lnTo>
                    <a:pt x="89981" y="3754"/>
                  </a:lnTo>
                  <a:lnTo>
                    <a:pt x="91600" y="2624"/>
                  </a:lnTo>
                  <a:lnTo>
                    <a:pt x="93366" y="1713"/>
                  </a:lnTo>
                  <a:lnTo>
                    <a:pt x="95242" y="947"/>
                  </a:lnTo>
                  <a:lnTo>
                    <a:pt x="97155" y="437"/>
                  </a:lnTo>
                  <a:lnTo>
                    <a:pt x="99178" y="109"/>
                  </a:lnTo>
                  <a:lnTo>
                    <a:pt x="101238" y="0"/>
                  </a:ln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Lato Light"/>
                <a:ea typeface="Lato Light"/>
                <a:cs typeface="Lato Light"/>
                <a:sym typeface="Lato Light"/>
              </a:endParaRPr>
            </a:p>
          </p:txBody>
        </p:sp>
        <p:sp>
          <p:nvSpPr>
            <p:cNvPr id="156" name="Google Shape;156;p32"/>
            <p:cNvSpPr/>
            <p:nvPr/>
          </p:nvSpPr>
          <p:spPr>
            <a:xfrm>
              <a:off x="2985926" y="7996024"/>
              <a:ext cx="517200" cy="517200"/>
            </a:xfrm>
            <a:custGeom>
              <a:rect b="b" l="l" r="r" t="t"/>
              <a:pathLst>
                <a:path extrusionOk="0" h="120000" w="120000">
                  <a:moveTo>
                    <a:pt x="115665" y="96157"/>
                  </a:moveTo>
                  <a:lnTo>
                    <a:pt x="115665" y="96157"/>
                  </a:lnTo>
                  <a:cubicBezTo>
                    <a:pt x="62660" y="118423"/>
                    <a:pt x="62660" y="118423"/>
                    <a:pt x="62660" y="118423"/>
                  </a:cubicBezTo>
                  <a:cubicBezTo>
                    <a:pt x="61280" y="119802"/>
                    <a:pt x="61280" y="119802"/>
                    <a:pt x="59901" y="119802"/>
                  </a:cubicBezTo>
                  <a:cubicBezTo>
                    <a:pt x="58522" y="119802"/>
                    <a:pt x="58522" y="119802"/>
                    <a:pt x="57142" y="118423"/>
                  </a:cubicBezTo>
                  <a:cubicBezTo>
                    <a:pt x="4137" y="96157"/>
                    <a:pt x="4137" y="96157"/>
                    <a:pt x="4137" y="96157"/>
                  </a:cubicBezTo>
                  <a:cubicBezTo>
                    <a:pt x="1379" y="96157"/>
                    <a:pt x="0" y="93399"/>
                    <a:pt x="0" y="92019"/>
                  </a:cubicBezTo>
                  <a:cubicBezTo>
                    <a:pt x="0" y="5714"/>
                    <a:pt x="0" y="5714"/>
                    <a:pt x="0" y="5714"/>
                  </a:cubicBezTo>
                  <a:cubicBezTo>
                    <a:pt x="0" y="2955"/>
                    <a:pt x="2758" y="0"/>
                    <a:pt x="5517" y="0"/>
                  </a:cubicBezTo>
                  <a:cubicBezTo>
                    <a:pt x="6896" y="0"/>
                    <a:pt x="6896" y="0"/>
                    <a:pt x="8275" y="1576"/>
                  </a:cubicBezTo>
                  <a:cubicBezTo>
                    <a:pt x="59901" y="22463"/>
                    <a:pt x="59901" y="22463"/>
                    <a:pt x="59901" y="22463"/>
                  </a:cubicBezTo>
                  <a:cubicBezTo>
                    <a:pt x="111330" y="1576"/>
                    <a:pt x="111330" y="1576"/>
                    <a:pt x="111330" y="1576"/>
                  </a:cubicBezTo>
                  <a:cubicBezTo>
                    <a:pt x="112709" y="0"/>
                    <a:pt x="112709" y="0"/>
                    <a:pt x="114088" y="0"/>
                  </a:cubicBezTo>
                  <a:cubicBezTo>
                    <a:pt x="117044" y="0"/>
                    <a:pt x="119802" y="2955"/>
                    <a:pt x="119802" y="5714"/>
                  </a:cubicBezTo>
                  <a:cubicBezTo>
                    <a:pt x="119802" y="92019"/>
                    <a:pt x="119802" y="92019"/>
                    <a:pt x="119802" y="92019"/>
                  </a:cubicBezTo>
                  <a:cubicBezTo>
                    <a:pt x="119802" y="93399"/>
                    <a:pt x="118423" y="96157"/>
                    <a:pt x="115665" y="96157"/>
                  </a:cubicBezTo>
                  <a:close/>
                  <a:moveTo>
                    <a:pt x="54384" y="32118"/>
                  </a:moveTo>
                  <a:lnTo>
                    <a:pt x="54384" y="32118"/>
                  </a:lnTo>
                  <a:cubicBezTo>
                    <a:pt x="11034" y="13990"/>
                    <a:pt x="11034" y="13990"/>
                    <a:pt x="11034" y="13990"/>
                  </a:cubicBezTo>
                  <a:cubicBezTo>
                    <a:pt x="11034" y="87881"/>
                    <a:pt x="11034" y="87881"/>
                    <a:pt x="11034" y="87881"/>
                  </a:cubicBezTo>
                  <a:cubicBezTo>
                    <a:pt x="54384" y="106009"/>
                    <a:pt x="54384" y="106009"/>
                    <a:pt x="54384" y="106009"/>
                  </a:cubicBezTo>
                  <a:lnTo>
                    <a:pt x="54384" y="32118"/>
                  </a:lnTo>
                  <a:close/>
                  <a:moveTo>
                    <a:pt x="108571" y="13990"/>
                  </a:moveTo>
                  <a:lnTo>
                    <a:pt x="108571" y="13990"/>
                  </a:lnTo>
                  <a:cubicBezTo>
                    <a:pt x="65418" y="32118"/>
                    <a:pt x="65418" y="32118"/>
                    <a:pt x="65418" y="32118"/>
                  </a:cubicBezTo>
                  <a:cubicBezTo>
                    <a:pt x="65418" y="106009"/>
                    <a:pt x="65418" y="106009"/>
                    <a:pt x="65418" y="106009"/>
                  </a:cubicBezTo>
                  <a:cubicBezTo>
                    <a:pt x="108571" y="87881"/>
                    <a:pt x="108571" y="87881"/>
                    <a:pt x="108571" y="87881"/>
                  </a:cubicBezTo>
                  <a:lnTo>
                    <a:pt x="108571" y="13990"/>
                  </a:lnTo>
                  <a:close/>
                  <a:moveTo>
                    <a:pt x="73891" y="40591"/>
                  </a:moveTo>
                  <a:lnTo>
                    <a:pt x="73891" y="40591"/>
                  </a:lnTo>
                  <a:cubicBezTo>
                    <a:pt x="94581" y="30738"/>
                    <a:pt x="94581" y="30738"/>
                    <a:pt x="94581" y="30738"/>
                  </a:cubicBezTo>
                  <a:cubicBezTo>
                    <a:pt x="96157" y="30738"/>
                    <a:pt x="96157" y="30738"/>
                    <a:pt x="97536" y="30738"/>
                  </a:cubicBezTo>
                  <a:cubicBezTo>
                    <a:pt x="100295" y="30738"/>
                    <a:pt x="103054" y="32118"/>
                    <a:pt x="103054" y="36256"/>
                  </a:cubicBezTo>
                  <a:cubicBezTo>
                    <a:pt x="103054" y="37635"/>
                    <a:pt x="101674" y="40591"/>
                    <a:pt x="98916" y="40591"/>
                  </a:cubicBezTo>
                  <a:cubicBezTo>
                    <a:pt x="79408" y="50246"/>
                    <a:pt x="79408" y="50246"/>
                    <a:pt x="79408" y="50246"/>
                  </a:cubicBezTo>
                  <a:cubicBezTo>
                    <a:pt x="78029" y="50246"/>
                    <a:pt x="78029" y="50246"/>
                    <a:pt x="76650" y="50246"/>
                  </a:cubicBezTo>
                  <a:cubicBezTo>
                    <a:pt x="73891" y="50246"/>
                    <a:pt x="70935" y="48866"/>
                    <a:pt x="70935" y="44729"/>
                  </a:cubicBezTo>
                  <a:cubicBezTo>
                    <a:pt x="70935" y="43349"/>
                    <a:pt x="72315" y="40591"/>
                    <a:pt x="73891" y="40591"/>
                  </a:cubicBezTo>
                  <a:close/>
                  <a:moveTo>
                    <a:pt x="73891" y="59901"/>
                  </a:moveTo>
                  <a:lnTo>
                    <a:pt x="73891" y="59901"/>
                  </a:lnTo>
                  <a:cubicBezTo>
                    <a:pt x="94581" y="51625"/>
                    <a:pt x="94581" y="51625"/>
                    <a:pt x="94581" y="51625"/>
                  </a:cubicBezTo>
                  <a:cubicBezTo>
                    <a:pt x="96157" y="50246"/>
                    <a:pt x="96157" y="50246"/>
                    <a:pt x="97536" y="50246"/>
                  </a:cubicBezTo>
                  <a:cubicBezTo>
                    <a:pt x="100295" y="50246"/>
                    <a:pt x="103054" y="53004"/>
                    <a:pt x="103054" y="55763"/>
                  </a:cubicBezTo>
                  <a:cubicBezTo>
                    <a:pt x="103054" y="58522"/>
                    <a:pt x="101674" y="59901"/>
                    <a:pt x="98916" y="61280"/>
                  </a:cubicBezTo>
                  <a:cubicBezTo>
                    <a:pt x="79408" y="71133"/>
                    <a:pt x="79408" y="71133"/>
                    <a:pt x="79408" y="71133"/>
                  </a:cubicBezTo>
                  <a:cubicBezTo>
                    <a:pt x="78029" y="71133"/>
                    <a:pt x="78029" y="71133"/>
                    <a:pt x="76650" y="71133"/>
                  </a:cubicBezTo>
                  <a:cubicBezTo>
                    <a:pt x="73891" y="71133"/>
                    <a:pt x="70935" y="68374"/>
                    <a:pt x="70935" y="65615"/>
                  </a:cubicBezTo>
                  <a:cubicBezTo>
                    <a:pt x="70935" y="62857"/>
                    <a:pt x="72315" y="61280"/>
                    <a:pt x="73891" y="59901"/>
                  </a:cubicBezTo>
                  <a:close/>
                  <a:moveTo>
                    <a:pt x="73891" y="80788"/>
                  </a:moveTo>
                  <a:lnTo>
                    <a:pt x="73891" y="80788"/>
                  </a:lnTo>
                  <a:cubicBezTo>
                    <a:pt x="94581" y="71133"/>
                    <a:pt x="94581" y="71133"/>
                    <a:pt x="94581" y="71133"/>
                  </a:cubicBezTo>
                  <a:cubicBezTo>
                    <a:pt x="96157" y="71133"/>
                    <a:pt x="96157" y="71133"/>
                    <a:pt x="97536" y="71133"/>
                  </a:cubicBezTo>
                  <a:cubicBezTo>
                    <a:pt x="100295" y="71133"/>
                    <a:pt x="103054" y="73891"/>
                    <a:pt x="103054" y="76650"/>
                  </a:cubicBezTo>
                  <a:cubicBezTo>
                    <a:pt x="103054" y="79408"/>
                    <a:pt x="101674" y="80788"/>
                    <a:pt x="98916" y="82167"/>
                  </a:cubicBezTo>
                  <a:cubicBezTo>
                    <a:pt x="79408" y="90640"/>
                    <a:pt x="79408" y="90640"/>
                    <a:pt x="79408" y="90640"/>
                  </a:cubicBezTo>
                  <a:cubicBezTo>
                    <a:pt x="78029" y="92019"/>
                    <a:pt x="78029" y="92019"/>
                    <a:pt x="76650" y="92019"/>
                  </a:cubicBezTo>
                  <a:cubicBezTo>
                    <a:pt x="73891" y="92019"/>
                    <a:pt x="70935" y="89261"/>
                    <a:pt x="70935" y="86502"/>
                  </a:cubicBezTo>
                  <a:cubicBezTo>
                    <a:pt x="70935" y="83743"/>
                    <a:pt x="72315" y="82167"/>
                    <a:pt x="73891" y="80788"/>
                  </a:cubicBezTo>
                  <a:close/>
                  <a:moveTo>
                    <a:pt x="22266" y="30738"/>
                  </a:moveTo>
                  <a:lnTo>
                    <a:pt x="22266" y="30738"/>
                  </a:lnTo>
                  <a:cubicBezTo>
                    <a:pt x="23645" y="30738"/>
                    <a:pt x="23645" y="30738"/>
                    <a:pt x="25024" y="30738"/>
                  </a:cubicBezTo>
                  <a:cubicBezTo>
                    <a:pt x="45911" y="40591"/>
                    <a:pt x="45911" y="40591"/>
                    <a:pt x="45911" y="40591"/>
                  </a:cubicBezTo>
                  <a:cubicBezTo>
                    <a:pt x="47290" y="40591"/>
                    <a:pt x="48669" y="43349"/>
                    <a:pt x="48669" y="44729"/>
                  </a:cubicBezTo>
                  <a:cubicBezTo>
                    <a:pt x="48669" y="48866"/>
                    <a:pt x="45911" y="50246"/>
                    <a:pt x="43152" y="50246"/>
                  </a:cubicBezTo>
                  <a:cubicBezTo>
                    <a:pt x="41773" y="50246"/>
                    <a:pt x="41773" y="50246"/>
                    <a:pt x="40394" y="50246"/>
                  </a:cubicBezTo>
                  <a:cubicBezTo>
                    <a:pt x="20886" y="40591"/>
                    <a:pt x="20886" y="40591"/>
                    <a:pt x="20886" y="40591"/>
                  </a:cubicBezTo>
                  <a:cubicBezTo>
                    <a:pt x="18128" y="40591"/>
                    <a:pt x="16748" y="37635"/>
                    <a:pt x="16748" y="36256"/>
                  </a:cubicBezTo>
                  <a:cubicBezTo>
                    <a:pt x="16748" y="32118"/>
                    <a:pt x="19507" y="30738"/>
                    <a:pt x="22266" y="30738"/>
                  </a:cubicBezTo>
                  <a:close/>
                  <a:moveTo>
                    <a:pt x="22266" y="50246"/>
                  </a:moveTo>
                  <a:lnTo>
                    <a:pt x="22266" y="50246"/>
                  </a:lnTo>
                  <a:cubicBezTo>
                    <a:pt x="23645" y="50246"/>
                    <a:pt x="23645" y="50246"/>
                    <a:pt x="25024" y="51625"/>
                  </a:cubicBezTo>
                  <a:cubicBezTo>
                    <a:pt x="45911" y="59901"/>
                    <a:pt x="45911" y="59901"/>
                    <a:pt x="45911" y="59901"/>
                  </a:cubicBezTo>
                  <a:cubicBezTo>
                    <a:pt x="47290" y="61280"/>
                    <a:pt x="48669" y="62857"/>
                    <a:pt x="48669" y="65615"/>
                  </a:cubicBezTo>
                  <a:cubicBezTo>
                    <a:pt x="48669" y="68374"/>
                    <a:pt x="45911" y="71133"/>
                    <a:pt x="43152" y="71133"/>
                  </a:cubicBezTo>
                  <a:cubicBezTo>
                    <a:pt x="41773" y="71133"/>
                    <a:pt x="41773" y="71133"/>
                    <a:pt x="40394" y="71133"/>
                  </a:cubicBezTo>
                  <a:cubicBezTo>
                    <a:pt x="20886" y="61280"/>
                    <a:pt x="20886" y="61280"/>
                    <a:pt x="20886" y="61280"/>
                  </a:cubicBezTo>
                  <a:cubicBezTo>
                    <a:pt x="18128" y="59901"/>
                    <a:pt x="16748" y="58522"/>
                    <a:pt x="16748" y="55763"/>
                  </a:cubicBezTo>
                  <a:cubicBezTo>
                    <a:pt x="16748" y="53004"/>
                    <a:pt x="19507" y="50246"/>
                    <a:pt x="22266" y="50246"/>
                  </a:cubicBezTo>
                  <a:close/>
                  <a:moveTo>
                    <a:pt x="22266" y="71133"/>
                  </a:moveTo>
                  <a:lnTo>
                    <a:pt x="22266" y="71133"/>
                  </a:lnTo>
                  <a:cubicBezTo>
                    <a:pt x="23645" y="71133"/>
                    <a:pt x="23645" y="71133"/>
                    <a:pt x="25024" y="71133"/>
                  </a:cubicBezTo>
                  <a:cubicBezTo>
                    <a:pt x="45911" y="80788"/>
                    <a:pt x="45911" y="80788"/>
                    <a:pt x="45911" y="80788"/>
                  </a:cubicBezTo>
                  <a:cubicBezTo>
                    <a:pt x="47290" y="82167"/>
                    <a:pt x="48669" y="83743"/>
                    <a:pt x="48669" y="86502"/>
                  </a:cubicBezTo>
                  <a:cubicBezTo>
                    <a:pt x="48669" y="89261"/>
                    <a:pt x="45911" y="92019"/>
                    <a:pt x="43152" y="92019"/>
                  </a:cubicBezTo>
                  <a:cubicBezTo>
                    <a:pt x="41773" y="92019"/>
                    <a:pt x="41773" y="92019"/>
                    <a:pt x="40394" y="90640"/>
                  </a:cubicBezTo>
                  <a:cubicBezTo>
                    <a:pt x="20886" y="82167"/>
                    <a:pt x="20886" y="82167"/>
                    <a:pt x="20886" y="82167"/>
                  </a:cubicBezTo>
                  <a:cubicBezTo>
                    <a:pt x="18128" y="80788"/>
                    <a:pt x="16748" y="79408"/>
                    <a:pt x="16748" y="76650"/>
                  </a:cubicBezTo>
                  <a:cubicBezTo>
                    <a:pt x="16748" y="73891"/>
                    <a:pt x="19507" y="71133"/>
                    <a:pt x="22266" y="71133"/>
                  </a:cubicBezTo>
                  <a:close/>
                </a:path>
              </a:pathLst>
            </a:custGeom>
            <a:solidFill>
              <a:srgbClr val="9C133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Lato Light"/>
                <a:ea typeface="Lato Light"/>
                <a:cs typeface="Lato Light"/>
                <a:sym typeface="Lato Light"/>
              </a:endParaRPr>
            </a:p>
          </p:txBody>
        </p:sp>
        <p:sp>
          <p:nvSpPr>
            <p:cNvPr id="157" name="Google Shape;157;p32"/>
            <p:cNvSpPr/>
            <p:nvPr/>
          </p:nvSpPr>
          <p:spPr>
            <a:xfrm>
              <a:off x="5957163" y="7957438"/>
              <a:ext cx="639600" cy="633900"/>
            </a:xfrm>
            <a:custGeom>
              <a:rect b="b" l="l" r="r" t="t"/>
              <a:pathLst>
                <a:path extrusionOk="0" h="120000" w="120000">
                  <a:moveTo>
                    <a:pt x="109640" y="58417"/>
                  </a:moveTo>
                  <a:lnTo>
                    <a:pt x="109640" y="58417"/>
                  </a:lnTo>
                  <a:cubicBezTo>
                    <a:pt x="109640" y="50935"/>
                    <a:pt x="114820" y="45755"/>
                    <a:pt x="119712" y="40575"/>
                  </a:cubicBezTo>
                  <a:cubicBezTo>
                    <a:pt x="119712" y="37985"/>
                    <a:pt x="117410" y="33093"/>
                    <a:pt x="117410" y="30503"/>
                  </a:cubicBezTo>
                  <a:cubicBezTo>
                    <a:pt x="107050" y="33093"/>
                    <a:pt x="101870" y="27913"/>
                    <a:pt x="96978" y="22733"/>
                  </a:cubicBezTo>
                  <a:cubicBezTo>
                    <a:pt x="91798" y="17841"/>
                    <a:pt x="89208" y="12661"/>
                    <a:pt x="91798" y="4892"/>
                  </a:cubicBezTo>
                  <a:cubicBezTo>
                    <a:pt x="89208" y="2589"/>
                    <a:pt x="84316" y="0"/>
                    <a:pt x="79136" y="0"/>
                  </a:cubicBezTo>
                  <a:cubicBezTo>
                    <a:pt x="76546" y="4892"/>
                    <a:pt x="69064" y="10071"/>
                    <a:pt x="61294" y="10071"/>
                  </a:cubicBezTo>
                  <a:cubicBezTo>
                    <a:pt x="53812" y="10071"/>
                    <a:pt x="46043" y="4892"/>
                    <a:pt x="43453" y="0"/>
                  </a:cubicBezTo>
                  <a:cubicBezTo>
                    <a:pt x="38273" y="0"/>
                    <a:pt x="33381" y="2589"/>
                    <a:pt x="30791" y="4892"/>
                  </a:cubicBezTo>
                  <a:cubicBezTo>
                    <a:pt x="33381" y="12661"/>
                    <a:pt x="30791" y="17841"/>
                    <a:pt x="25611" y="22733"/>
                  </a:cubicBezTo>
                  <a:cubicBezTo>
                    <a:pt x="20719" y="27913"/>
                    <a:pt x="12661" y="33093"/>
                    <a:pt x="5179" y="30503"/>
                  </a:cubicBezTo>
                  <a:cubicBezTo>
                    <a:pt x="5179" y="33093"/>
                    <a:pt x="2589" y="37985"/>
                    <a:pt x="0" y="40575"/>
                  </a:cubicBezTo>
                  <a:cubicBezTo>
                    <a:pt x="7769" y="45755"/>
                    <a:pt x="12661" y="50935"/>
                    <a:pt x="12661" y="58417"/>
                  </a:cubicBezTo>
                  <a:cubicBezTo>
                    <a:pt x="12661" y="66187"/>
                    <a:pt x="7769" y="73669"/>
                    <a:pt x="0" y="79136"/>
                  </a:cubicBezTo>
                  <a:cubicBezTo>
                    <a:pt x="2589" y="81438"/>
                    <a:pt x="5179" y="86618"/>
                    <a:pt x="5179" y="89208"/>
                  </a:cubicBezTo>
                  <a:cubicBezTo>
                    <a:pt x="12661" y="89208"/>
                    <a:pt x="20719" y="89208"/>
                    <a:pt x="25611" y="94388"/>
                  </a:cubicBezTo>
                  <a:cubicBezTo>
                    <a:pt x="30791" y="99280"/>
                    <a:pt x="33381" y="107050"/>
                    <a:pt x="30791" y="114532"/>
                  </a:cubicBezTo>
                  <a:cubicBezTo>
                    <a:pt x="33381" y="117122"/>
                    <a:pt x="38273" y="117122"/>
                    <a:pt x="43453" y="119712"/>
                  </a:cubicBezTo>
                  <a:cubicBezTo>
                    <a:pt x="46043" y="111942"/>
                    <a:pt x="53812" y="107050"/>
                    <a:pt x="61294" y="107050"/>
                  </a:cubicBezTo>
                  <a:cubicBezTo>
                    <a:pt x="69064" y="107050"/>
                    <a:pt x="76546" y="111942"/>
                    <a:pt x="79136" y="119712"/>
                  </a:cubicBezTo>
                  <a:cubicBezTo>
                    <a:pt x="84316" y="117122"/>
                    <a:pt x="89208" y="117122"/>
                    <a:pt x="91798" y="114532"/>
                  </a:cubicBezTo>
                  <a:cubicBezTo>
                    <a:pt x="89208" y="107050"/>
                    <a:pt x="91798" y="99280"/>
                    <a:pt x="96978" y="94388"/>
                  </a:cubicBezTo>
                  <a:cubicBezTo>
                    <a:pt x="101870" y="89208"/>
                    <a:pt x="107050" y="86618"/>
                    <a:pt x="117410" y="89208"/>
                  </a:cubicBezTo>
                  <a:cubicBezTo>
                    <a:pt x="117410" y="84028"/>
                    <a:pt x="119712" y="81438"/>
                    <a:pt x="119712" y="76258"/>
                  </a:cubicBezTo>
                  <a:cubicBezTo>
                    <a:pt x="114820" y="73669"/>
                    <a:pt x="109640" y="66187"/>
                    <a:pt x="109640" y="58417"/>
                  </a:cubicBezTo>
                  <a:close/>
                  <a:moveTo>
                    <a:pt x="61294" y="84028"/>
                  </a:moveTo>
                  <a:lnTo>
                    <a:pt x="61294" y="84028"/>
                  </a:lnTo>
                  <a:cubicBezTo>
                    <a:pt x="46043" y="84028"/>
                    <a:pt x="35971" y="73669"/>
                    <a:pt x="35971" y="58417"/>
                  </a:cubicBezTo>
                  <a:cubicBezTo>
                    <a:pt x="35971" y="45755"/>
                    <a:pt x="46043" y="33093"/>
                    <a:pt x="61294" y="33093"/>
                  </a:cubicBezTo>
                  <a:cubicBezTo>
                    <a:pt x="76546" y="33093"/>
                    <a:pt x="86618" y="45755"/>
                    <a:pt x="86618" y="58417"/>
                  </a:cubicBezTo>
                  <a:cubicBezTo>
                    <a:pt x="86618" y="73669"/>
                    <a:pt x="76546" y="84028"/>
                    <a:pt x="61294" y="84028"/>
                  </a:cubicBezTo>
                  <a:close/>
                </a:path>
              </a:pathLst>
            </a:custGeom>
            <a:solidFill>
              <a:srgbClr val="FFFFFF"/>
            </a:solidFill>
            <a:ln>
              <a:noFill/>
            </a:ln>
          </p:spPr>
          <p:txBody>
            <a:bodyPr anchorCtr="0" anchor="ctr" bIns="12850" lIns="25700" spcFirstLastPara="1" rIns="25700" wrap="square" tIns="1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Lato Light"/>
                <a:ea typeface="Lato Light"/>
                <a:cs typeface="Lato Light"/>
                <a:sym typeface="Lato Light"/>
              </a:endParaRPr>
            </a:p>
          </p:txBody>
        </p:sp>
        <p:sp>
          <p:nvSpPr>
            <p:cNvPr id="158" name="Google Shape;158;p32"/>
            <p:cNvSpPr/>
            <p:nvPr/>
          </p:nvSpPr>
          <p:spPr>
            <a:xfrm>
              <a:off x="12002223" y="8006395"/>
              <a:ext cx="517200" cy="441600"/>
            </a:xfrm>
            <a:custGeom>
              <a:rect b="b" l="l" r="r" t="t"/>
              <a:pathLst>
                <a:path extrusionOk="0" h="120000" w="120000">
                  <a:moveTo>
                    <a:pt x="114019" y="119767"/>
                  </a:moveTo>
                  <a:lnTo>
                    <a:pt x="114019" y="119767"/>
                  </a:lnTo>
                  <a:cubicBezTo>
                    <a:pt x="5581" y="119767"/>
                    <a:pt x="5581" y="119767"/>
                    <a:pt x="5581" y="119767"/>
                  </a:cubicBezTo>
                  <a:cubicBezTo>
                    <a:pt x="2790" y="119767"/>
                    <a:pt x="0" y="116518"/>
                    <a:pt x="0" y="113036"/>
                  </a:cubicBezTo>
                  <a:cubicBezTo>
                    <a:pt x="0" y="72185"/>
                    <a:pt x="0" y="72185"/>
                    <a:pt x="0" y="72185"/>
                  </a:cubicBezTo>
                  <a:cubicBezTo>
                    <a:pt x="0" y="70560"/>
                    <a:pt x="0" y="70560"/>
                    <a:pt x="0" y="68704"/>
                  </a:cubicBezTo>
                  <a:cubicBezTo>
                    <a:pt x="15548" y="22978"/>
                    <a:pt x="15548" y="22978"/>
                    <a:pt x="15548" y="22978"/>
                  </a:cubicBezTo>
                  <a:cubicBezTo>
                    <a:pt x="15548" y="21353"/>
                    <a:pt x="18338" y="19729"/>
                    <a:pt x="21129" y="19729"/>
                  </a:cubicBezTo>
                  <a:cubicBezTo>
                    <a:pt x="29501" y="19729"/>
                    <a:pt x="29501" y="19729"/>
                    <a:pt x="29501" y="19729"/>
                  </a:cubicBezTo>
                  <a:cubicBezTo>
                    <a:pt x="35083" y="19729"/>
                    <a:pt x="35083" y="19729"/>
                    <a:pt x="35083" y="19729"/>
                  </a:cubicBezTo>
                  <a:lnTo>
                    <a:pt x="35083" y="21353"/>
                  </a:lnTo>
                  <a:cubicBezTo>
                    <a:pt x="35083" y="26228"/>
                    <a:pt x="38073" y="29477"/>
                    <a:pt x="40863" y="32727"/>
                  </a:cubicBezTo>
                  <a:cubicBezTo>
                    <a:pt x="29501" y="32727"/>
                    <a:pt x="29501" y="32727"/>
                    <a:pt x="29501" y="32727"/>
                  </a:cubicBezTo>
                  <a:cubicBezTo>
                    <a:pt x="23920" y="32727"/>
                    <a:pt x="23920" y="32727"/>
                    <a:pt x="23920" y="32727"/>
                  </a:cubicBezTo>
                  <a:cubicBezTo>
                    <a:pt x="14152" y="65454"/>
                    <a:pt x="14152" y="65454"/>
                    <a:pt x="14152" y="65454"/>
                  </a:cubicBezTo>
                  <a:cubicBezTo>
                    <a:pt x="28106" y="65454"/>
                    <a:pt x="28106" y="65454"/>
                    <a:pt x="28106" y="65454"/>
                  </a:cubicBezTo>
                  <a:cubicBezTo>
                    <a:pt x="32292" y="65454"/>
                    <a:pt x="32292" y="65454"/>
                    <a:pt x="32292" y="65454"/>
                  </a:cubicBezTo>
                  <a:cubicBezTo>
                    <a:pt x="35083" y="65454"/>
                    <a:pt x="38073" y="67079"/>
                    <a:pt x="38073" y="72185"/>
                  </a:cubicBezTo>
                  <a:cubicBezTo>
                    <a:pt x="38073" y="78684"/>
                    <a:pt x="38073" y="78684"/>
                    <a:pt x="38073" y="78684"/>
                  </a:cubicBezTo>
                  <a:cubicBezTo>
                    <a:pt x="83122" y="78684"/>
                    <a:pt x="83122" y="78684"/>
                    <a:pt x="83122" y="78684"/>
                  </a:cubicBezTo>
                  <a:cubicBezTo>
                    <a:pt x="83122" y="72185"/>
                    <a:pt x="83122" y="72185"/>
                    <a:pt x="83122" y="72185"/>
                  </a:cubicBezTo>
                  <a:cubicBezTo>
                    <a:pt x="83122" y="67079"/>
                    <a:pt x="84518" y="65454"/>
                    <a:pt x="88704" y="65454"/>
                  </a:cubicBezTo>
                  <a:cubicBezTo>
                    <a:pt x="94285" y="65454"/>
                    <a:pt x="94285" y="65454"/>
                    <a:pt x="94285" y="65454"/>
                  </a:cubicBezTo>
                  <a:cubicBezTo>
                    <a:pt x="107043" y="65454"/>
                    <a:pt x="107043" y="65454"/>
                    <a:pt x="107043" y="65454"/>
                  </a:cubicBezTo>
                  <a:cubicBezTo>
                    <a:pt x="95681" y="32727"/>
                    <a:pt x="95681" y="32727"/>
                    <a:pt x="95681" y="32727"/>
                  </a:cubicBezTo>
                  <a:cubicBezTo>
                    <a:pt x="90099" y="32727"/>
                    <a:pt x="90099" y="32727"/>
                    <a:pt x="90099" y="32727"/>
                  </a:cubicBezTo>
                  <a:cubicBezTo>
                    <a:pt x="78936" y="32727"/>
                    <a:pt x="78936" y="32727"/>
                    <a:pt x="78936" y="32727"/>
                  </a:cubicBezTo>
                  <a:cubicBezTo>
                    <a:pt x="83122" y="29477"/>
                    <a:pt x="84518" y="26228"/>
                    <a:pt x="84518" y="21353"/>
                  </a:cubicBezTo>
                  <a:lnTo>
                    <a:pt x="84518" y="19729"/>
                  </a:lnTo>
                  <a:cubicBezTo>
                    <a:pt x="90099" y="19729"/>
                    <a:pt x="90099" y="19729"/>
                    <a:pt x="90099" y="19729"/>
                  </a:cubicBezTo>
                  <a:cubicBezTo>
                    <a:pt x="100066" y="19729"/>
                    <a:pt x="100066" y="19729"/>
                    <a:pt x="100066" y="19729"/>
                  </a:cubicBezTo>
                  <a:cubicBezTo>
                    <a:pt x="101461" y="19729"/>
                    <a:pt x="104252" y="21353"/>
                    <a:pt x="104252" y="22978"/>
                  </a:cubicBezTo>
                  <a:cubicBezTo>
                    <a:pt x="119800" y="68704"/>
                    <a:pt x="119800" y="68704"/>
                    <a:pt x="119800" y="68704"/>
                  </a:cubicBezTo>
                  <a:cubicBezTo>
                    <a:pt x="119800" y="70560"/>
                    <a:pt x="119800" y="70560"/>
                    <a:pt x="119800" y="72185"/>
                  </a:cubicBezTo>
                  <a:cubicBezTo>
                    <a:pt x="119800" y="113036"/>
                    <a:pt x="119800" y="113036"/>
                    <a:pt x="119800" y="113036"/>
                  </a:cubicBezTo>
                  <a:cubicBezTo>
                    <a:pt x="119800" y="116518"/>
                    <a:pt x="118405" y="119767"/>
                    <a:pt x="114019" y="119767"/>
                  </a:cubicBezTo>
                  <a:close/>
                  <a:moveTo>
                    <a:pt x="73156" y="27852"/>
                  </a:moveTo>
                  <a:lnTo>
                    <a:pt x="73156" y="27852"/>
                  </a:lnTo>
                  <a:cubicBezTo>
                    <a:pt x="71760" y="27852"/>
                    <a:pt x="70365" y="27852"/>
                    <a:pt x="68970" y="26228"/>
                  </a:cubicBezTo>
                  <a:cubicBezTo>
                    <a:pt x="66179" y="21353"/>
                    <a:pt x="66179" y="21353"/>
                    <a:pt x="66179" y="21353"/>
                  </a:cubicBezTo>
                  <a:cubicBezTo>
                    <a:pt x="66179" y="47582"/>
                    <a:pt x="66179" y="47582"/>
                    <a:pt x="66179" y="47582"/>
                  </a:cubicBezTo>
                  <a:cubicBezTo>
                    <a:pt x="66179" y="62205"/>
                    <a:pt x="66179" y="62205"/>
                    <a:pt x="66179" y="62205"/>
                  </a:cubicBezTo>
                  <a:cubicBezTo>
                    <a:pt x="66179" y="67079"/>
                    <a:pt x="63388" y="68704"/>
                    <a:pt x="60598" y="68704"/>
                  </a:cubicBezTo>
                  <a:cubicBezTo>
                    <a:pt x="56411" y="68704"/>
                    <a:pt x="55016" y="67079"/>
                    <a:pt x="55016" y="62205"/>
                  </a:cubicBezTo>
                  <a:cubicBezTo>
                    <a:pt x="55016" y="52456"/>
                    <a:pt x="55016" y="52456"/>
                    <a:pt x="55016" y="52456"/>
                  </a:cubicBezTo>
                  <a:cubicBezTo>
                    <a:pt x="55016" y="21353"/>
                    <a:pt x="55016" y="21353"/>
                    <a:pt x="55016" y="21353"/>
                  </a:cubicBezTo>
                  <a:cubicBezTo>
                    <a:pt x="50631" y="26228"/>
                    <a:pt x="50631" y="26228"/>
                    <a:pt x="50631" y="26228"/>
                  </a:cubicBezTo>
                  <a:cubicBezTo>
                    <a:pt x="49235" y="27852"/>
                    <a:pt x="47840" y="27852"/>
                    <a:pt x="46445" y="27852"/>
                  </a:cubicBezTo>
                  <a:cubicBezTo>
                    <a:pt x="43654" y="27852"/>
                    <a:pt x="40863" y="24603"/>
                    <a:pt x="40863" y="21353"/>
                  </a:cubicBezTo>
                  <a:cubicBezTo>
                    <a:pt x="40863" y="19729"/>
                    <a:pt x="42259" y="18104"/>
                    <a:pt x="43654" y="16247"/>
                  </a:cubicBezTo>
                  <a:cubicBezTo>
                    <a:pt x="56411" y="1624"/>
                    <a:pt x="56411" y="1624"/>
                    <a:pt x="56411" y="1624"/>
                  </a:cubicBezTo>
                  <a:cubicBezTo>
                    <a:pt x="57807" y="0"/>
                    <a:pt x="59202" y="0"/>
                    <a:pt x="60598" y="0"/>
                  </a:cubicBezTo>
                  <a:cubicBezTo>
                    <a:pt x="61993" y="0"/>
                    <a:pt x="63388" y="0"/>
                    <a:pt x="63388" y="1624"/>
                  </a:cubicBezTo>
                  <a:cubicBezTo>
                    <a:pt x="77541" y="16247"/>
                    <a:pt x="77541" y="16247"/>
                    <a:pt x="77541" y="16247"/>
                  </a:cubicBezTo>
                  <a:cubicBezTo>
                    <a:pt x="78936" y="18104"/>
                    <a:pt x="78936" y="19729"/>
                    <a:pt x="78936" y="21353"/>
                  </a:cubicBezTo>
                  <a:cubicBezTo>
                    <a:pt x="78936" y="24603"/>
                    <a:pt x="76146" y="27852"/>
                    <a:pt x="73156" y="27852"/>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25252"/>
                </a:solidFill>
                <a:latin typeface="Lato Light"/>
                <a:ea typeface="Lato Light"/>
                <a:cs typeface="Lato Light"/>
                <a:sym typeface="Lato Light"/>
              </a:endParaRPr>
            </a:p>
          </p:txBody>
        </p:sp>
      </p:grpSp>
      <p:sp>
        <p:nvSpPr>
          <p:cNvPr id="159" name="Google Shape;159;p32"/>
          <p:cNvSpPr txBox="1"/>
          <p:nvPr/>
        </p:nvSpPr>
        <p:spPr>
          <a:xfrm>
            <a:off x="7990425" y="4728000"/>
            <a:ext cx="1659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t>Informative &amp; Objective</a:t>
            </a:r>
            <a:endParaRPr/>
          </a:p>
        </p:txBody>
      </p:sp>
      <p:sp>
        <p:nvSpPr>
          <p:cNvPr id="160" name="Google Shape;160;p32"/>
          <p:cNvSpPr txBox="1"/>
          <p:nvPr/>
        </p:nvSpPr>
        <p:spPr>
          <a:xfrm>
            <a:off x="13082675" y="4943400"/>
            <a:ext cx="1545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t>women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3"/>
          <p:cNvSpPr txBox="1"/>
          <p:nvPr>
            <p:ph type="title"/>
          </p:nvPr>
        </p:nvSpPr>
        <p:spPr>
          <a:xfrm>
            <a:off x="876300" y="571400"/>
            <a:ext cx="16972500" cy="1338900"/>
          </a:xfrm>
          <a:prstGeom prst="rect">
            <a:avLst/>
          </a:prstGeom>
          <a:solidFill>
            <a:srgbClr val="FFFFFF"/>
          </a:solidFill>
        </p:spPr>
        <p:txBody>
          <a:bodyPr anchorCtr="0" anchor="ctr" bIns="45700" lIns="91425" spcFirstLastPara="1" rIns="91425" wrap="square" tIns="45700">
            <a:noAutofit/>
          </a:bodyPr>
          <a:lstStyle/>
          <a:p>
            <a:pPr indent="0" lvl="0" marL="0" rtl="0" algn="l">
              <a:spcBef>
                <a:spcPts val="0"/>
              </a:spcBef>
              <a:spcAft>
                <a:spcPts val="0"/>
              </a:spcAft>
              <a:buNone/>
            </a:pPr>
            <a:r>
              <a:rPr lang="en-US" sz="3400">
                <a:solidFill>
                  <a:srgbClr val="1BC1A2"/>
                </a:solidFill>
              </a:rPr>
              <a:t>APPLY IT:</a:t>
            </a:r>
            <a:r>
              <a:rPr lang="en-US">
                <a:solidFill>
                  <a:srgbClr val="1BC1A2"/>
                </a:solidFill>
              </a:rPr>
              <a:t> </a:t>
            </a:r>
            <a:endParaRPr>
              <a:solidFill>
                <a:srgbClr val="1BC1A2"/>
              </a:solidFill>
            </a:endParaRPr>
          </a:p>
          <a:p>
            <a:pPr indent="0" lvl="0" marL="0" rtl="0" algn="l">
              <a:spcBef>
                <a:spcPts val="0"/>
              </a:spcBef>
              <a:spcAft>
                <a:spcPts val="0"/>
              </a:spcAft>
              <a:buNone/>
            </a:pPr>
            <a:r>
              <a:rPr lang="en-US">
                <a:solidFill>
                  <a:srgbClr val="000000"/>
                </a:solidFill>
              </a:rPr>
              <a:t>Quantitative research (platform reports from Google Analytics)</a:t>
            </a:r>
            <a:endParaRPr>
              <a:solidFill>
                <a:srgbClr val="000000"/>
              </a:solidFill>
            </a:endParaRPr>
          </a:p>
        </p:txBody>
      </p:sp>
      <p:sp>
        <p:nvSpPr>
          <p:cNvPr id="167" name="Google Shape;167;p33"/>
          <p:cNvSpPr txBox="1"/>
          <p:nvPr/>
        </p:nvSpPr>
        <p:spPr>
          <a:xfrm>
            <a:off x="12589800" y="9700375"/>
            <a:ext cx="14629800" cy="87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latin typeface="Roboto"/>
                <a:ea typeface="Roboto"/>
                <a:cs typeface="Roboto"/>
                <a:sym typeface="Roboto"/>
              </a:rPr>
              <a:t>Note: this is mock data for practice only. </a:t>
            </a:r>
            <a:endParaRPr sz="1300">
              <a:solidFill>
                <a:schemeClr val="dk1"/>
              </a:solidFill>
              <a:latin typeface="Roboto"/>
              <a:ea typeface="Roboto"/>
              <a:cs typeface="Roboto"/>
              <a:sym typeface="Roboto"/>
            </a:endParaRPr>
          </a:p>
          <a:p>
            <a:pPr indent="0" lvl="0" marL="457200" rtl="0" algn="l">
              <a:spcBef>
                <a:spcPts val="0"/>
              </a:spcBef>
              <a:spcAft>
                <a:spcPts val="0"/>
              </a:spcAft>
              <a:buNone/>
            </a:pPr>
            <a:r>
              <a:t/>
            </a:r>
            <a:endParaRPr sz="19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168" name="Google Shape;168;p33"/>
          <p:cNvSpPr txBox="1"/>
          <p:nvPr/>
        </p:nvSpPr>
        <p:spPr>
          <a:xfrm>
            <a:off x="705850" y="3278675"/>
            <a:ext cx="8299500" cy="10467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2800">
              <a:latin typeface="Roboto"/>
              <a:ea typeface="Roboto"/>
              <a:cs typeface="Roboto"/>
              <a:sym typeface="Roboto"/>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169" name="Google Shape;169;p33"/>
          <p:cNvSpPr txBox="1"/>
          <p:nvPr>
            <p:ph type="title"/>
          </p:nvPr>
        </p:nvSpPr>
        <p:spPr>
          <a:xfrm>
            <a:off x="876300" y="571400"/>
            <a:ext cx="17124900" cy="1338900"/>
          </a:xfrm>
          <a:prstGeom prst="rect">
            <a:avLst/>
          </a:prstGeom>
          <a:solidFill>
            <a:srgbClr val="FFFFFF"/>
          </a:solidFill>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D31D46"/>
                </a:solidFill>
                <a:latin typeface="Poppins"/>
                <a:ea typeface="Poppins"/>
                <a:cs typeface="Poppins"/>
                <a:sym typeface="Poppins"/>
              </a:rPr>
              <a:t>REVIEW</a:t>
            </a:r>
            <a:r>
              <a:rPr lang="en-US">
                <a:solidFill>
                  <a:srgbClr val="D31D46"/>
                </a:solidFill>
                <a:latin typeface="Poppins"/>
                <a:ea typeface="Poppins"/>
                <a:cs typeface="Poppins"/>
                <a:sym typeface="Poppins"/>
              </a:rPr>
              <a:t>:</a:t>
            </a:r>
            <a:r>
              <a:rPr lang="en-US">
                <a:solidFill>
                  <a:srgbClr val="1BC1A2"/>
                </a:solidFill>
                <a:latin typeface="Poppins"/>
                <a:ea typeface="Poppins"/>
                <a:cs typeface="Poppins"/>
                <a:sym typeface="Poppins"/>
              </a:rPr>
              <a:t> </a:t>
            </a:r>
            <a:r>
              <a:rPr lang="en-US">
                <a:solidFill>
                  <a:srgbClr val="000000"/>
                </a:solidFill>
                <a:latin typeface="Poppins"/>
                <a:ea typeface="Poppins"/>
                <a:cs typeface="Poppins"/>
                <a:sym typeface="Poppins"/>
              </a:rPr>
              <a:t>GoDaddy Persona Data</a:t>
            </a:r>
            <a:endParaRPr>
              <a:solidFill>
                <a:srgbClr val="000000"/>
              </a:solidFill>
              <a:latin typeface="Poppins"/>
              <a:ea typeface="Poppins"/>
              <a:cs typeface="Poppins"/>
              <a:sym typeface="Poppins"/>
            </a:endParaRPr>
          </a:p>
        </p:txBody>
      </p:sp>
      <p:sp>
        <p:nvSpPr>
          <p:cNvPr id="170" name="Google Shape;170;p33"/>
          <p:cNvSpPr txBox="1"/>
          <p:nvPr/>
        </p:nvSpPr>
        <p:spPr>
          <a:xfrm>
            <a:off x="3030150" y="7668800"/>
            <a:ext cx="128172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latin typeface="Poppins"/>
                <a:ea typeface="Poppins"/>
                <a:cs typeface="Poppins"/>
                <a:sym typeface="Poppins"/>
              </a:rPr>
              <a:t>Psychographics </a:t>
            </a:r>
            <a:r>
              <a:rPr b="1" lang="en-US" sz="2500">
                <a:latin typeface="Poppins"/>
                <a:ea typeface="Poppins"/>
                <a:cs typeface="Poppins"/>
                <a:sym typeface="Poppins"/>
              </a:rPr>
              <a:t>:</a:t>
            </a:r>
            <a:r>
              <a:rPr lang="en-US" sz="2500">
                <a:latin typeface="Poppins"/>
                <a:ea typeface="Poppins"/>
                <a:cs typeface="Poppins"/>
                <a:sym typeface="Poppins"/>
              </a:rPr>
              <a:t> desire affordable website solutions for their small business, somewhat technical, entrepreneurial</a:t>
            </a:r>
            <a:endParaRPr sz="2500">
              <a:latin typeface="Poppins"/>
              <a:ea typeface="Poppins"/>
              <a:cs typeface="Poppins"/>
              <a:sym typeface="Poppins"/>
            </a:endParaRPr>
          </a:p>
          <a:p>
            <a:pPr indent="0" lvl="0" marL="0" rtl="0" algn="l">
              <a:spcBef>
                <a:spcPts val="0"/>
              </a:spcBef>
              <a:spcAft>
                <a:spcPts val="0"/>
              </a:spcAft>
              <a:buNone/>
            </a:pPr>
            <a:r>
              <a:t/>
            </a:r>
            <a:endParaRPr sz="2500">
              <a:latin typeface="Poppins"/>
              <a:ea typeface="Poppins"/>
              <a:cs typeface="Poppins"/>
              <a:sym typeface="Poppins"/>
            </a:endParaRPr>
          </a:p>
          <a:p>
            <a:pPr indent="0" lvl="0" marL="0" rtl="0" algn="l">
              <a:spcBef>
                <a:spcPts val="0"/>
              </a:spcBef>
              <a:spcAft>
                <a:spcPts val="0"/>
              </a:spcAft>
              <a:buNone/>
            </a:pPr>
            <a:r>
              <a:rPr b="1" lang="en-US" sz="2500">
                <a:latin typeface="Poppins"/>
                <a:ea typeface="Poppins"/>
                <a:cs typeface="Poppins"/>
                <a:sym typeface="Poppins"/>
              </a:rPr>
              <a:t>Key Findings:</a:t>
            </a:r>
            <a:r>
              <a:rPr lang="en-US" sz="2500">
                <a:latin typeface="Poppins"/>
                <a:ea typeface="Poppins"/>
                <a:cs typeface="Poppins"/>
                <a:sym typeface="Poppins"/>
              </a:rPr>
              <a:t> Female (58.9%), 45-54 years of age</a:t>
            </a:r>
            <a:endParaRPr sz="2500">
              <a:latin typeface="Poppins"/>
              <a:ea typeface="Poppins"/>
              <a:cs typeface="Poppins"/>
              <a:sym typeface="Poppins"/>
            </a:endParaRPr>
          </a:p>
        </p:txBody>
      </p:sp>
      <p:sp>
        <p:nvSpPr>
          <p:cNvPr id="171" name="Google Shape;171;p33"/>
          <p:cNvSpPr txBox="1"/>
          <p:nvPr/>
        </p:nvSpPr>
        <p:spPr>
          <a:xfrm>
            <a:off x="11733325" y="8278900"/>
            <a:ext cx="5426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72" name="Google Shape;172;p33"/>
          <p:cNvPicPr preferRelativeResize="0"/>
          <p:nvPr/>
        </p:nvPicPr>
        <p:blipFill>
          <a:blip r:embed="rId3">
            <a:alphaModFix/>
          </a:blip>
          <a:stretch>
            <a:fillRect/>
          </a:stretch>
        </p:blipFill>
        <p:spPr>
          <a:xfrm>
            <a:off x="2909663" y="2285075"/>
            <a:ext cx="12468674" cy="5075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4"/>
          <p:cNvSpPr txBox="1"/>
          <p:nvPr>
            <p:ph type="title"/>
          </p:nvPr>
        </p:nvSpPr>
        <p:spPr>
          <a:xfrm>
            <a:off x="876300" y="571400"/>
            <a:ext cx="16972500" cy="1338900"/>
          </a:xfrm>
          <a:prstGeom prst="rect">
            <a:avLst/>
          </a:prstGeom>
          <a:solidFill>
            <a:srgbClr val="FFFFFF"/>
          </a:solidFill>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D31D46"/>
                </a:solidFill>
                <a:latin typeface="Poppins"/>
                <a:ea typeface="Poppins"/>
                <a:cs typeface="Poppins"/>
                <a:sym typeface="Poppins"/>
              </a:rPr>
              <a:t>COMPLETE</a:t>
            </a:r>
            <a:r>
              <a:rPr lang="en-US">
                <a:solidFill>
                  <a:srgbClr val="D31D46"/>
                </a:solidFill>
                <a:latin typeface="Poppins"/>
                <a:ea typeface="Poppins"/>
                <a:cs typeface="Poppins"/>
                <a:sym typeface="Poppins"/>
              </a:rPr>
              <a:t>: </a:t>
            </a:r>
            <a:r>
              <a:rPr lang="en-US">
                <a:latin typeface="Poppins"/>
                <a:ea typeface="Poppins"/>
                <a:cs typeface="Poppins"/>
                <a:sym typeface="Poppins"/>
              </a:rPr>
              <a:t>Your first prompt and response</a:t>
            </a:r>
            <a:endParaRPr>
              <a:solidFill>
                <a:srgbClr val="000000"/>
              </a:solidFill>
              <a:latin typeface="Poppins"/>
              <a:ea typeface="Poppins"/>
              <a:cs typeface="Poppins"/>
              <a:sym typeface="Poppins"/>
            </a:endParaRPr>
          </a:p>
        </p:txBody>
      </p:sp>
      <p:graphicFrame>
        <p:nvGraphicFramePr>
          <p:cNvPr id="179" name="Google Shape;179;p34"/>
          <p:cNvGraphicFramePr/>
          <p:nvPr/>
        </p:nvGraphicFramePr>
        <p:xfrm>
          <a:off x="720925" y="2996900"/>
          <a:ext cx="3000000" cy="3000000"/>
        </p:xfrm>
        <a:graphic>
          <a:graphicData uri="http://schemas.openxmlformats.org/drawingml/2006/table">
            <a:tbl>
              <a:tblPr>
                <a:noFill/>
                <a:tableStyleId>{86AC8FDF-5DF7-44D1-9066-233381C55261}</a:tableStyleId>
              </a:tblPr>
              <a:tblGrid>
                <a:gridCol w="3945025"/>
                <a:gridCol w="12901125"/>
              </a:tblGrid>
              <a:tr h="948425">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QUESTION</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1D46"/>
                    </a:solidFill>
                  </a:tcPr>
                </a:tc>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YOUR ANSWER</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9C1332"/>
                    </a:solidFill>
                  </a:tcPr>
                </a:tc>
              </a:tr>
              <a:tr h="2800525">
                <a:tc>
                  <a:txBody>
                    <a:bodyPr/>
                    <a:lstStyle/>
                    <a:p>
                      <a:pPr indent="0" lvl="0" marL="0" rtl="0" algn="l">
                        <a:spcBef>
                          <a:spcPts val="0"/>
                        </a:spcBef>
                        <a:spcAft>
                          <a:spcPts val="0"/>
                        </a:spcAft>
                        <a:buNone/>
                      </a:pPr>
                      <a:r>
                        <a:rPr b="1" lang="en-US" sz="2000">
                          <a:latin typeface="Poppins"/>
                          <a:ea typeface="Poppins"/>
                          <a:cs typeface="Poppins"/>
                          <a:sym typeface="Poppins"/>
                        </a:rPr>
                        <a:t>WHAT WAS YOUR FIRST PROMPT? (from </a:t>
                      </a:r>
                      <a:r>
                        <a:rPr b="1" lang="en-US" sz="2000" u="sng">
                          <a:latin typeface="Poppins"/>
                          <a:ea typeface="Poppins"/>
                          <a:cs typeface="Poppins"/>
                          <a:sym typeface="Poppins"/>
                        </a:rPr>
                        <a:t>slide 4</a:t>
                      </a:r>
                      <a:r>
                        <a:rPr b="1" lang="en-US" sz="2000">
                          <a:latin typeface="Poppins"/>
                          <a:ea typeface="Poppins"/>
                          <a:cs typeface="Poppins"/>
                          <a:sym typeface="Poppins"/>
                        </a:rPr>
                        <a:t>)</a:t>
                      </a:r>
                      <a:endParaRPr b="1" sz="2000">
                        <a:latin typeface="Poppins"/>
                        <a:ea typeface="Poppins"/>
                        <a:cs typeface="Poppins"/>
                        <a:sym typeface="Poppins"/>
                      </a:endParaRPr>
                    </a:p>
                    <a:p>
                      <a:pPr indent="0" lvl="0" marL="0" rtl="0" algn="l">
                        <a:spcBef>
                          <a:spcPts val="0"/>
                        </a:spcBef>
                        <a:spcAft>
                          <a:spcPts val="0"/>
                        </a:spcAft>
                        <a:buNone/>
                      </a:pPr>
                      <a:br>
                        <a:rPr b="1" lang="en-US" sz="2000">
                          <a:latin typeface="Poppins"/>
                          <a:ea typeface="Poppins"/>
                          <a:cs typeface="Poppins"/>
                          <a:sym typeface="Poppins"/>
                        </a:rPr>
                      </a:br>
                      <a:endParaRPr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Poppins"/>
                          <a:ea typeface="Poppins"/>
                          <a:cs typeface="Poppins"/>
                          <a:sym typeface="Poppins"/>
                        </a:rPr>
                        <a:t>Write a 300 word blog article using SEO best practices on the keyword “Affordable web hosting for small businesses.” This article should be written in an informational and objective tone for an audience of women ages 45-54 years old interested in purchasing hosting for their small business website from GoDaddy. Do not show the demographics in the response.</a:t>
                      </a:r>
                      <a:endParaRPr sz="2400">
                        <a:solidFill>
                          <a:schemeClr val="dk1"/>
                        </a:solidFill>
                      </a:endParaRPr>
                    </a:p>
                    <a:p>
                      <a:pPr indent="0" lvl="0" marL="0" rtl="0" algn="l">
                        <a:spcBef>
                          <a:spcPts val="0"/>
                        </a:spcBef>
                        <a:spcAft>
                          <a:spcPts val="0"/>
                        </a:spcAft>
                        <a:buNone/>
                      </a:pPr>
                      <a:r>
                        <a:t/>
                      </a:r>
                      <a:endParaRPr sz="2000">
                        <a:highlight>
                          <a:srgbClr val="F3F3F3"/>
                        </a:highlight>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r>
            </a:tbl>
          </a:graphicData>
        </a:graphic>
      </p:graphicFrame>
      <p:sp>
        <p:nvSpPr>
          <p:cNvPr id="180" name="Google Shape;180;p34"/>
          <p:cNvSpPr txBox="1"/>
          <p:nvPr/>
        </p:nvSpPr>
        <p:spPr>
          <a:xfrm>
            <a:off x="876300" y="1761700"/>
            <a:ext cx="16772100" cy="101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2500">
                <a:solidFill>
                  <a:schemeClr val="dk1"/>
                </a:solidFill>
                <a:latin typeface="Poppins"/>
                <a:ea typeface="Poppins"/>
                <a:cs typeface="Poppins"/>
                <a:sym typeface="Poppins"/>
              </a:rPr>
              <a:t>Complete the prompt (</a:t>
            </a:r>
            <a:r>
              <a:rPr lang="en-US" sz="2500" u="sng">
                <a:solidFill>
                  <a:schemeClr val="dk1"/>
                </a:solidFill>
                <a:latin typeface="Poppins"/>
                <a:ea typeface="Poppins"/>
                <a:cs typeface="Poppins"/>
                <a:sym typeface="Poppins"/>
              </a:rPr>
              <a:t>slide 4</a:t>
            </a:r>
            <a:r>
              <a:rPr lang="en-US" sz="2500">
                <a:solidFill>
                  <a:schemeClr val="dk1"/>
                </a:solidFill>
                <a:latin typeface="Poppins"/>
                <a:ea typeface="Poppins"/>
                <a:cs typeface="Poppins"/>
                <a:sym typeface="Poppins"/>
              </a:rPr>
              <a:t>) by filling in the blanks (from data on </a:t>
            </a:r>
            <a:r>
              <a:rPr lang="en-US" sz="2500" u="sng">
                <a:solidFill>
                  <a:schemeClr val="dk1"/>
                </a:solidFill>
                <a:latin typeface="Poppins"/>
                <a:ea typeface="Poppins"/>
                <a:cs typeface="Poppins"/>
                <a:sym typeface="Poppins"/>
              </a:rPr>
              <a:t>slide 5</a:t>
            </a:r>
            <a:r>
              <a:rPr lang="en-US" sz="2500">
                <a:solidFill>
                  <a:schemeClr val="dk1"/>
                </a:solidFill>
                <a:latin typeface="Poppins"/>
                <a:ea typeface="Poppins"/>
                <a:cs typeface="Poppins"/>
                <a:sym typeface="Poppins"/>
              </a:rPr>
              <a:t>) and i</a:t>
            </a:r>
            <a:r>
              <a:rPr lang="en-US" sz="2500">
                <a:solidFill>
                  <a:schemeClr val="dk1"/>
                </a:solidFill>
                <a:latin typeface="Poppins"/>
                <a:ea typeface="Poppins"/>
                <a:cs typeface="Poppins"/>
                <a:sym typeface="Poppins"/>
              </a:rPr>
              <a:t>nput your complete prompt below.</a:t>
            </a:r>
            <a:endParaRPr>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876300" y="571400"/>
            <a:ext cx="16972500" cy="1338900"/>
          </a:xfrm>
          <a:prstGeom prst="rect">
            <a:avLst/>
          </a:prstGeom>
          <a:solidFill>
            <a:srgbClr val="FFFFFF"/>
          </a:solidFill>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D31D46"/>
                </a:solidFill>
                <a:latin typeface="Poppins"/>
                <a:ea typeface="Poppins"/>
                <a:cs typeface="Poppins"/>
                <a:sym typeface="Poppins"/>
              </a:rPr>
              <a:t>COMPLETE: </a:t>
            </a:r>
            <a:r>
              <a:rPr lang="en-US">
                <a:latin typeface="Poppins"/>
                <a:ea typeface="Poppins"/>
                <a:cs typeface="Poppins"/>
                <a:sym typeface="Poppins"/>
              </a:rPr>
              <a:t>ChatGPT’s response</a:t>
            </a:r>
            <a:endParaRPr>
              <a:solidFill>
                <a:srgbClr val="000000"/>
              </a:solidFill>
              <a:latin typeface="Poppins"/>
              <a:ea typeface="Poppins"/>
              <a:cs typeface="Poppins"/>
              <a:sym typeface="Poppins"/>
            </a:endParaRPr>
          </a:p>
        </p:txBody>
      </p:sp>
      <p:graphicFrame>
        <p:nvGraphicFramePr>
          <p:cNvPr id="187" name="Google Shape;187;p35"/>
          <p:cNvGraphicFramePr/>
          <p:nvPr/>
        </p:nvGraphicFramePr>
        <p:xfrm>
          <a:off x="720925" y="2634275"/>
          <a:ext cx="3000000" cy="3000000"/>
        </p:xfrm>
        <a:graphic>
          <a:graphicData uri="http://schemas.openxmlformats.org/drawingml/2006/table">
            <a:tbl>
              <a:tblPr>
                <a:noFill/>
                <a:tableStyleId>{86AC8FDF-5DF7-44D1-9066-233381C55261}</a:tableStyleId>
              </a:tblPr>
              <a:tblGrid>
                <a:gridCol w="3724150"/>
                <a:gridCol w="13122000"/>
              </a:tblGrid>
              <a:tr h="992550">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QUESTION</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1D46"/>
                    </a:solidFill>
                  </a:tcPr>
                </a:tc>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YOUR ANSWER</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9C1332"/>
                    </a:solidFill>
                  </a:tcPr>
                </a:tc>
              </a:tr>
              <a:tr h="5646575">
                <a:tc>
                  <a:txBody>
                    <a:bodyPr/>
                    <a:lstStyle/>
                    <a:p>
                      <a:pPr indent="0" lvl="0" marL="0" rtl="0" algn="l">
                        <a:spcBef>
                          <a:spcPts val="0"/>
                        </a:spcBef>
                        <a:spcAft>
                          <a:spcPts val="0"/>
                        </a:spcAft>
                        <a:buNone/>
                      </a:pPr>
                      <a:r>
                        <a:rPr b="1" lang="en-US" sz="2000">
                          <a:latin typeface="Poppins"/>
                          <a:ea typeface="Poppins"/>
                          <a:cs typeface="Poppins"/>
                          <a:sym typeface="Poppins"/>
                        </a:rPr>
                        <a:t>WHAT WAS CHATGPT’S RESPONSE?</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a:txBody>
                    <a:bodyPr/>
                    <a:lstStyle/>
                    <a:p>
                      <a:pPr indent="0" lvl="0" marL="0" rtl="0" algn="l">
                        <a:lnSpc>
                          <a:spcPct val="115000"/>
                        </a:lnSpc>
                        <a:spcBef>
                          <a:spcPts val="1200"/>
                        </a:spcBef>
                        <a:spcAft>
                          <a:spcPts val="0"/>
                        </a:spcAft>
                        <a:buClr>
                          <a:schemeClr val="dk1"/>
                        </a:buClr>
                        <a:buSzPts val="1100"/>
                        <a:buFont typeface="Arial"/>
                        <a:buNone/>
                      </a:pPr>
                      <a:r>
                        <a:rPr b="1" lang="en-US" sz="2200">
                          <a:solidFill>
                            <a:schemeClr val="dk1"/>
                          </a:solidFill>
                        </a:rPr>
                        <a:t>Affordable Web Hosting for Small Businesses: What to Know Before You Buy</a:t>
                      </a:r>
                      <a:endParaRPr b="1"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rPr>
                        <a:t>Finding </a:t>
                      </a:r>
                      <a:r>
                        <a:rPr b="1" lang="en-US" sz="2200">
                          <a:solidFill>
                            <a:schemeClr val="dk1"/>
                          </a:solidFill>
                        </a:rPr>
                        <a:t>affordable web hosting for small businesses</a:t>
                      </a:r>
                      <a:r>
                        <a:rPr lang="en-US" sz="2200">
                          <a:solidFill>
                            <a:schemeClr val="dk1"/>
                          </a:solidFill>
                        </a:rPr>
                        <a:t> is essential when launching or growing your online presence. Whether you’re creating a new website or moving an existing one, choosing the right hosting provider can impact your site’s speed, security, and long-term success.</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rPr>
                        <a:t>GoDaddy is a trusted name in the hosting industry, offering a range of plans designed for small business owners. Their </a:t>
                      </a:r>
                      <a:r>
                        <a:rPr b="1" lang="en-US" sz="2200">
                          <a:solidFill>
                            <a:schemeClr val="dk1"/>
                          </a:solidFill>
                        </a:rPr>
                        <a:t>affordable web hosting</a:t>
                      </a:r>
                      <a:r>
                        <a:rPr lang="en-US" sz="2200">
                          <a:solidFill>
                            <a:schemeClr val="dk1"/>
                          </a:solidFill>
                        </a:rPr>
                        <a:t> options provide reliable performance without compromising on features. With plans starting at just a few dollars per month, GoDaddy makes it easy to get your site online without a large upfront investment.</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rPr>
                        <a:t>When evaluating hosting providers, look for key features like 99.9% uptime, 24/7 customer support, and one-click installation for WordPress or other website builders. GoDaddy also includes a free domain with most plans, SSL certificates for secure connections, and scalable storage options—ideal for businesses planning to grow.</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rPr>
                        <a:t>Affordability isn’t just about price—it’s also about value. GoDaddy’s shared hosting plans offer a user-friendly control panel, automated backups, and tools for managing email accounts and databases. These features help streamline website management so you can focus on running your business.</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rPr>
                        <a:t>Security is another top priority. GoDaddy provides malware scans and protection to keep your website and customer data safe. Their responsive support team is available via phone or chat to assist whenever you need help.</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rPr>
                        <a:t>In today’s digital landscape, a strong online presence begins with dependable, </a:t>
                      </a:r>
                      <a:r>
                        <a:rPr b="1" lang="en-US" sz="2200">
                          <a:solidFill>
                            <a:schemeClr val="dk1"/>
                          </a:solidFill>
                        </a:rPr>
                        <a:t>affordable web hosting</a:t>
                      </a:r>
                      <a:r>
                        <a:rPr lang="en-US" sz="2200">
                          <a:solidFill>
                            <a:schemeClr val="dk1"/>
                          </a:solidFill>
                        </a:rPr>
                        <a:t>. GoDaddy offers a smart solution for small businesses looking for quality hosting services without breaking the bank. Before you choose a plan, consider your site’s needs, potential growth, and the level of support you may require—then make an informed decision that supports your business goals.</a:t>
                      </a:r>
                      <a:endParaRPr sz="2200">
                        <a:latin typeface="Poppins"/>
                        <a:ea typeface="Poppins"/>
                        <a:cs typeface="Poppins"/>
                        <a:sym typeface="Poppins"/>
                      </a:endParaRPr>
                    </a:p>
                    <a:p>
                      <a:pPr indent="0" lvl="0" marL="0" rtl="0" algn="l">
                        <a:spcBef>
                          <a:spcPts val="120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r>
            </a:tbl>
          </a:graphicData>
        </a:graphic>
      </p:graphicFrame>
      <p:sp>
        <p:nvSpPr>
          <p:cNvPr id="188" name="Google Shape;188;p35"/>
          <p:cNvSpPr txBox="1"/>
          <p:nvPr/>
        </p:nvSpPr>
        <p:spPr>
          <a:xfrm>
            <a:off x="876300" y="1761700"/>
            <a:ext cx="167721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2500">
                <a:solidFill>
                  <a:schemeClr val="dk1"/>
                </a:solidFill>
                <a:latin typeface="Poppins"/>
                <a:ea typeface="Poppins"/>
                <a:cs typeface="Poppins"/>
                <a:sym typeface="Poppins"/>
              </a:rPr>
              <a:t>Insert your prompt into ChatGPT and paste the response below.</a:t>
            </a:r>
            <a:endParaRPr>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ph type="title"/>
          </p:nvPr>
        </p:nvSpPr>
        <p:spPr>
          <a:xfrm>
            <a:off x="876300" y="571400"/>
            <a:ext cx="16972500" cy="1338900"/>
          </a:xfrm>
          <a:prstGeom prst="rect">
            <a:avLst/>
          </a:prstGeom>
          <a:solidFill>
            <a:srgbClr val="FFFFFF"/>
          </a:solidFill>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D31D46"/>
                </a:solidFill>
                <a:latin typeface="Poppins"/>
                <a:ea typeface="Poppins"/>
                <a:cs typeface="Poppins"/>
                <a:sym typeface="Poppins"/>
              </a:rPr>
              <a:t>COMPLETE:</a:t>
            </a:r>
            <a:r>
              <a:rPr lang="en-US">
                <a:solidFill>
                  <a:srgbClr val="1BC1A2"/>
                </a:solidFill>
                <a:latin typeface="Poppins"/>
                <a:ea typeface="Poppins"/>
                <a:cs typeface="Poppins"/>
                <a:sym typeface="Poppins"/>
              </a:rPr>
              <a:t> </a:t>
            </a:r>
            <a:r>
              <a:rPr lang="en-US">
                <a:solidFill>
                  <a:srgbClr val="000000"/>
                </a:solidFill>
                <a:latin typeface="Poppins"/>
                <a:ea typeface="Poppins"/>
                <a:cs typeface="Poppins"/>
                <a:sym typeface="Poppins"/>
              </a:rPr>
              <a:t>Follow-up and customize your prompt</a:t>
            </a:r>
            <a:endParaRPr>
              <a:solidFill>
                <a:srgbClr val="000000"/>
              </a:solidFill>
            </a:endParaRPr>
          </a:p>
        </p:txBody>
      </p:sp>
      <p:sp>
        <p:nvSpPr>
          <p:cNvPr id="195" name="Google Shape;195;p36"/>
          <p:cNvSpPr txBox="1"/>
          <p:nvPr/>
        </p:nvSpPr>
        <p:spPr>
          <a:xfrm>
            <a:off x="876300" y="1761700"/>
            <a:ext cx="16772100" cy="145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2500">
                <a:solidFill>
                  <a:schemeClr val="dk1"/>
                </a:solidFill>
                <a:latin typeface="Poppins"/>
                <a:ea typeface="Poppins"/>
                <a:cs typeface="Poppins"/>
                <a:sym typeface="Poppins"/>
              </a:rPr>
              <a:t>Now that you have a generated response, consider how to customize or improve the response. </a:t>
            </a:r>
            <a:r>
              <a:rPr lang="en-US" sz="2500">
                <a:solidFill>
                  <a:schemeClr val="dk1"/>
                </a:solidFill>
                <a:latin typeface="Poppins"/>
                <a:ea typeface="Poppins"/>
                <a:cs typeface="Poppins"/>
                <a:sym typeface="Poppins"/>
              </a:rPr>
              <a:t>How can you make it more specific to GoDaddy’s persona or brand? What follow up questions can you ask? </a:t>
            </a:r>
            <a:r>
              <a:rPr lang="en-US" sz="2500">
                <a:solidFill>
                  <a:schemeClr val="dk1"/>
                </a:solidFill>
                <a:latin typeface="Poppins"/>
                <a:ea typeface="Poppins"/>
                <a:cs typeface="Poppins"/>
                <a:sym typeface="Poppins"/>
              </a:rPr>
              <a:t>Input your ideas below and try them in ChatGPT.</a:t>
            </a:r>
            <a:endParaRPr>
              <a:latin typeface="Poppins"/>
              <a:ea typeface="Poppins"/>
              <a:cs typeface="Poppins"/>
              <a:sym typeface="Poppins"/>
            </a:endParaRPr>
          </a:p>
        </p:txBody>
      </p:sp>
      <p:graphicFrame>
        <p:nvGraphicFramePr>
          <p:cNvPr id="196" name="Google Shape;196;p36"/>
          <p:cNvGraphicFramePr/>
          <p:nvPr/>
        </p:nvGraphicFramePr>
        <p:xfrm>
          <a:off x="720925" y="3420200"/>
          <a:ext cx="3000000" cy="3000000"/>
        </p:xfrm>
        <a:graphic>
          <a:graphicData uri="http://schemas.openxmlformats.org/drawingml/2006/table">
            <a:tbl>
              <a:tblPr>
                <a:noFill/>
                <a:tableStyleId>{86AC8FDF-5DF7-44D1-9066-233381C55261}</a:tableStyleId>
              </a:tblPr>
              <a:tblGrid>
                <a:gridCol w="3945025"/>
                <a:gridCol w="12901125"/>
              </a:tblGrid>
              <a:tr h="781025">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QUESTION</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1D46"/>
                    </a:solidFill>
                  </a:tcPr>
                </a:tc>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YOUR ANSWER</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9C1332"/>
                    </a:solidFill>
                  </a:tcPr>
                </a:tc>
              </a:tr>
              <a:tr h="1260450">
                <a:tc>
                  <a:txBody>
                    <a:bodyPr/>
                    <a:lstStyle/>
                    <a:p>
                      <a:pPr indent="0" lvl="0" marL="0" rtl="0" algn="l">
                        <a:lnSpc>
                          <a:spcPct val="115000"/>
                        </a:lnSpc>
                        <a:spcBef>
                          <a:spcPts val="0"/>
                        </a:spcBef>
                        <a:spcAft>
                          <a:spcPts val="0"/>
                        </a:spcAft>
                        <a:buClr>
                          <a:schemeClr val="dk1"/>
                        </a:buClr>
                        <a:buSzPts val="1100"/>
                        <a:buFont typeface="Arial"/>
                        <a:buNone/>
                      </a:pPr>
                      <a:r>
                        <a:rPr b="1" lang="en-US" sz="2000">
                          <a:solidFill>
                            <a:schemeClr val="dk1"/>
                          </a:solidFill>
                          <a:latin typeface="Poppins"/>
                          <a:ea typeface="Poppins"/>
                          <a:cs typeface="Poppins"/>
                          <a:sym typeface="Poppins"/>
                        </a:rPr>
                        <a:t>HOW CAN YOU MAKE THE RESPONSE  MORE SPECIFIC TO GODADDY’S PERSONA OR BRAND?</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rPr lang="en-US" sz="2000">
                          <a:highlight>
                            <a:srgbClr val="F3F3F3"/>
                          </a:highlight>
                          <a:latin typeface="Poppins"/>
                          <a:ea typeface="Poppins"/>
                          <a:cs typeface="Poppins"/>
                          <a:sym typeface="Poppins"/>
                        </a:rPr>
                        <a:t>I made the response more specific by  adding:</a:t>
                      </a:r>
                      <a:endParaRPr sz="2000">
                        <a:highlight>
                          <a:srgbClr val="F3F3F3"/>
                        </a:highlight>
                        <a:latin typeface="Poppins"/>
                        <a:ea typeface="Poppins"/>
                        <a:cs typeface="Poppins"/>
                        <a:sym typeface="Poppins"/>
                      </a:endParaRPr>
                    </a:p>
                    <a:p>
                      <a:pPr indent="0" lvl="0" marL="0" rtl="0" algn="l">
                        <a:spcBef>
                          <a:spcPts val="0"/>
                        </a:spcBef>
                        <a:spcAft>
                          <a:spcPts val="0"/>
                        </a:spcAft>
                        <a:buNone/>
                      </a:pPr>
                      <a:r>
                        <a:rPr lang="en-US" sz="2000">
                          <a:highlight>
                            <a:srgbClr val="F3F3F3"/>
                          </a:highlight>
                          <a:latin typeface="Poppins"/>
                          <a:ea typeface="Poppins"/>
                          <a:cs typeface="Poppins"/>
                          <a:sym typeface="Poppins"/>
                        </a:rPr>
                        <a:t> “Make sure to outline facts about how Go Daddy is both affordable and easy to use for everyone, no matter how tech savvy they are. and also make sure to talk about the 24/7 customer support available for Go Daddy users.”</a:t>
                      </a:r>
                      <a:endParaRPr sz="2000">
                        <a:highlight>
                          <a:srgbClr val="F3F3F3"/>
                        </a:highlight>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r>
              <a:tr h="1766025">
                <a:tc>
                  <a:txBody>
                    <a:bodyPr/>
                    <a:lstStyle/>
                    <a:p>
                      <a:pPr indent="0" lvl="0" marL="0" rtl="0" algn="l">
                        <a:spcBef>
                          <a:spcPts val="0"/>
                        </a:spcBef>
                        <a:spcAft>
                          <a:spcPts val="0"/>
                        </a:spcAft>
                        <a:buClr>
                          <a:schemeClr val="dk1"/>
                        </a:buClr>
                        <a:buSzPts val="1100"/>
                        <a:buFont typeface="Arial"/>
                        <a:buNone/>
                      </a:pPr>
                      <a:r>
                        <a:rPr b="1" lang="en-US" sz="2000">
                          <a:solidFill>
                            <a:schemeClr val="dk1"/>
                          </a:solidFill>
                          <a:latin typeface="Poppins"/>
                          <a:ea typeface="Poppins"/>
                          <a:cs typeface="Poppins"/>
                          <a:sym typeface="Poppins"/>
                        </a:rPr>
                        <a:t>WHAT FOLLOW UP PROMPTS CAN YOU USE?</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US" sz="2000">
                          <a:latin typeface="Poppins"/>
                          <a:ea typeface="Poppins"/>
                          <a:cs typeface="Poppins"/>
                          <a:sym typeface="Poppins"/>
                        </a:rPr>
                        <a:t>“Simplify the terminology used in the blog so it is easier to understand for people of all education levels.”</a:t>
                      </a:r>
                      <a:endParaRPr sz="2000">
                        <a:latin typeface="Poppins"/>
                        <a:ea typeface="Poppins"/>
                        <a:cs typeface="Poppins"/>
                        <a:sym typeface="Poppins"/>
                      </a:endParaRPr>
                    </a:p>
                    <a:p>
                      <a:pPr indent="0" lvl="0" marL="0" rtl="0" algn="l">
                        <a:spcBef>
                          <a:spcPts val="0"/>
                        </a:spcBef>
                        <a:spcAft>
                          <a:spcPts val="0"/>
                        </a:spcAft>
                        <a:buNone/>
                      </a:pPr>
                      <a:r>
                        <a:rPr lang="en-US" sz="2000">
                          <a:latin typeface="Poppins"/>
                          <a:ea typeface="Poppins"/>
                          <a:cs typeface="Poppins"/>
                          <a:sym typeface="Poppins"/>
                        </a:rPr>
                        <a:t>“Write the blog in a more </a:t>
                      </a:r>
                      <a:r>
                        <a:rPr lang="en-US" sz="2000">
                          <a:latin typeface="Poppins"/>
                          <a:ea typeface="Poppins"/>
                          <a:cs typeface="Poppins"/>
                          <a:sym typeface="Poppins"/>
                        </a:rPr>
                        <a:t>persuasive</a:t>
                      </a:r>
                      <a:r>
                        <a:rPr lang="en-US" sz="2000">
                          <a:latin typeface="Poppins"/>
                          <a:ea typeface="Poppins"/>
                          <a:cs typeface="Poppins"/>
                          <a:sym typeface="Poppins"/>
                        </a:rPr>
                        <a:t> tone, outlining how affordable it is to use Go Daddy”</a:t>
                      </a:r>
                      <a:endParaRPr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r>
              <a:tr h="1766025">
                <a:tc>
                  <a:txBody>
                    <a:bodyPr/>
                    <a:lstStyle/>
                    <a:p>
                      <a:pPr indent="0" lvl="0" marL="0" rtl="0" algn="l">
                        <a:spcBef>
                          <a:spcPts val="0"/>
                        </a:spcBef>
                        <a:spcAft>
                          <a:spcPts val="0"/>
                        </a:spcAft>
                        <a:buNone/>
                      </a:pPr>
                      <a:r>
                        <a:rPr b="1" lang="en-US" sz="2000">
                          <a:latin typeface="Poppins"/>
                          <a:ea typeface="Poppins"/>
                          <a:cs typeface="Poppins"/>
                          <a:sym typeface="Poppins"/>
                        </a:rPr>
                        <a:t>WHAT OTHER CHANGES CAN YOU MAKE</a:t>
                      </a:r>
                      <a:r>
                        <a:rPr b="1" lang="en-US" sz="2000">
                          <a:latin typeface="Poppins"/>
                          <a:ea typeface="Poppins"/>
                          <a:cs typeface="Poppins"/>
                          <a:sym typeface="Poppins"/>
                        </a:rPr>
                        <a:t>?</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rPr lang="en-US" sz="2000">
                          <a:latin typeface="Poppins"/>
                          <a:ea typeface="Poppins"/>
                          <a:cs typeface="Poppins"/>
                          <a:sym typeface="Poppins"/>
                        </a:rPr>
                        <a:t>“In the blog, pleasenxplain what makes Go Daddy a better option than other web hosting services, especially for small businesses.”</a:t>
                      </a:r>
                      <a:endParaRPr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876300" y="571400"/>
            <a:ext cx="16972500" cy="1338900"/>
          </a:xfrm>
          <a:prstGeom prst="rect">
            <a:avLst/>
          </a:prstGeom>
          <a:solidFill>
            <a:srgbClr val="FFFFFF"/>
          </a:solidFill>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D31D46"/>
                </a:solidFill>
                <a:latin typeface="Poppins"/>
                <a:ea typeface="Poppins"/>
                <a:cs typeface="Poppins"/>
                <a:sym typeface="Poppins"/>
              </a:rPr>
              <a:t>REFLECT</a:t>
            </a:r>
            <a:r>
              <a:rPr lang="en-US">
                <a:solidFill>
                  <a:srgbClr val="D31D46"/>
                </a:solidFill>
                <a:latin typeface="Poppins"/>
                <a:ea typeface="Poppins"/>
                <a:cs typeface="Poppins"/>
                <a:sym typeface="Poppins"/>
              </a:rPr>
              <a:t>:</a:t>
            </a:r>
            <a:r>
              <a:rPr lang="en-US">
                <a:solidFill>
                  <a:srgbClr val="1BC1A2"/>
                </a:solidFill>
                <a:latin typeface="Poppins"/>
                <a:ea typeface="Poppins"/>
                <a:cs typeface="Poppins"/>
                <a:sym typeface="Poppins"/>
              </a:rPr>
              <a:t>  </a:t>
            </a:r>
            <a:r>
              <a:rPr lang="en-US">
                <a:solidFill>
                  <a:srgbClr val="000000"/>
                </a:solidFill>
                <a:latin typeface="Poppins"/>
                <a:ea typeface="Poppins"/>
                <a:cs typeface="Poppins"/>
                <a:sym typeface="Poppins"/>
              </a:rPr>
              <a:t>Write your observations of the blog </a:t>
            </a:r>
            <a:endParaRPr>
              <a:solidFill>
                <a:srgbClr val="000000"/>
              </a:solidFill>
              <a:latin typeface="Poppins"/>
              <a:ea typeface="Poppins"/>
              <a:cs typeface="Poppins"/>
              <a:sym typeface="Poppins"/>
            </a:endParaRPr>
          </a:p>
        </p:txBody>
      </p:sp>
      <p:sp>
        <p:nvSpPr>
          <p:cNvPr id="203" name="Google Shape;203;p37"/>
          <p:cNvSpPr txBox="1"/>
          <p:nvPr/>
        </p:nvSpPr>
        <p:spPr>
          <a:xfrm>
            <a:off x="876300" y="1910300"/>
            <a:ext cx="17100300" cy="5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latin typeface="Poppins"/>
                <a:ea typeface="Poppins"/>
                <a:cs typeface="Poppins"/>
                <a:sym typeface="Poppins"/>
              </a:rPr>
              <a:t>Reflect on your first prompt and follow up questions. Record your thoughts below. </a:t>
            </a:r>
            <a:endParaRPr b="1" sz="2500">
              <a:latin typeface="Poppins"/>
              <a:ea typeface="Poppins"/>
              <a:cs typeface="Poppins"/>
              <a:sym typeface="Poppins"/>
            </a:endParaRPr>
          </a:p>
          <a:p>
            <a:pPr indent="0" lvl="0" marL="0" rtl="0" algn="l">
              <a:lnSpc>
                <a:spcPct val="115000"/>
              </a:lnSpc>
              <a:spcBef>
                <a:spcPts val="0"/>
              </a:spcBef>
              <a:spcAft>
                <a:spcPts val="0"/>
              </a:spcAft>
              <a:buNone/>
            </a:pPr>
            <a:r>
              <a:t/>
            </a:r>
            <a:endParaRPr sz="2700">
              <a:latin typeface="Poppins"/>
              <a:ea typeface="Poppins"/>
              <a:cs typeface="Poppins"/>
              <a:sym typeface="Poppins"/>
            </a:endParaRPr>
          </a:p>
          <a:p>
            <a:pPr indent="0" lvl="0" marL="0" rtl="0" algn="ctr">
              <a:spcBef>
                <a:spcPts val="0"/>
              </a:spcBef>
              <a:spcAft>
                <a:spcPts val="0"/>
              </a:spcAft>
              <a:buNone/>
            </a:pPr>
            <a:r>
              <a:t/>
            </a:r>
            <a:endParaRPr sz="2700">
              <a:latin typeface="Poppins"/>
              <a:ea typeface="Poppins"/>
              <a:cs typeface="Poppins"/>
              <a:sym typeface="Poppins"/>
            </a:endParaRPr>
          </a:p>
          <a:p>
            <a:pPr indent="0" lvl="0" marL="0" rtl="0" algn="l">
              <a:spcBef>
                <a:spcPts val="0"/>
              </a:spcBef>
              <a:spcAft>
                <a:spcPts val="0"/>
              </a:spcAft>
              <a:buNone/>
            </a:pPr>
            <a:r>
              <a:t/>
            </a:r>
            <a:endParaRPr sz="2700">
              <a:latin typeface="Poppins"/>
              <a:ea typeface="Poppins"/>
              <a:cs typeface="Poppins"/>
              <a:sym typeface="Poppins"/>
            </a:endParaRPr>
          </a:p>
        </p:txBody>
      </p:sp>
      <p:graphicFrame>
        <p:nvGraphicFramePr>
          <p:cNvPr id="204" name="Google Shape;204;p37"/>
          <p:cNvGraphicFramePr/>
          <p:nvPr/>
        </p:nvGraphicFramePr>
        <p:xfrm>
          <a:off x="720925" y="2761400"/>
          <a:ext cx="3000000" cy="3000000"/>
        </p:xfrm>
        <a:graphic>
          <a:graphicData uri="http://schemas.openxmlformats.org/drawingml/2006/table">
            <a:tbl>
              <a:tblPr>
                <a:noFill/>
                <a:tableStyleId>{86AC8FDF-5DF7-44D1-9066-233381C55261}</a:tableStyleId>
              </a:tblPr>
              <a:tblGrid>
                <a:gridCol w="3945025"/>
                <a:gridCol w="12901125"/>
              </a:tblGrid>
              <a:tr h="912925">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QUESTIOe</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1D46"/>
                    </a:solidFill>
                  </a:tcPr>
                </a:tc>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YOUR ANSWER</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9C1332"/>
                    </a:solidFill>
                  </a:tcPr>
                </a:tc>
              </a:tr>
              <a:tr h="2217200">
                <a:tc>
                  <a:txBody>
                    <a:bodyPr/>
                    <a:lstStyle/>
                    <a:p>
                      <a:pPr indent="0" lvl="0" marL="0" rtl="0" algn="l">
                        <a:spcBef>
                          <a:spcPts val="0"/>
                        </a:spcBef>
                        <a:spcAft>
                          <a:spcPts val="0"/>
                        </a:spcAft>
                        <a:buClr>
                          <a:schemeClr val="dk1"/>
                        </a:buClr>
                        <a:buSzPts val="1100"/>
                        <a:buFont typeface="Arial"/>
                        <a:buNone/>
                      </a:pPr>
                      <a:r>
                        <a:rPr b="1" lang="en-US" sz="2000">
                          <a:solidFill>
                            <a:schemeClr val="dk1"/>
                          </a:solidFill>
                          <a:latin typeface="Poppins"/>
                          <a:ea typeface="Poppins"/>
                          <a:cs typeface="Poppins"/>
                          <a:sym typeface="Poppins"/>
                        </a:rPr>
                        <a:t>DID THE FIRST ARTICLE SEEM “ON-BRAND” FOR GODADDY? IF NOT, WHAT DID YOU DO TO IMPROVE IT IN THE SECOND ATTEMPT?</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rPr lang="en-US" sz="2000">
                          <a:latin typeface="Poppins"/>
                          <a:ea typeface="Poppins"/>
                          <a:cs typeface="Poppins"/>
                          <a:sym typeface="Poppins"/>
                        </a:rPr>
                        <a:t>Yes, I believe the first article was very on-brand for Go Daddy. The blog outlined why it is so important for small businesses to have an affordable online blog and how choosing the right hosting provider can have a positive impact on long term success.</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p>
                      <a:pPr indent="0" lvl="0" marL="0" rtl="0" algn="l">
                        <a:spcBef>
                          <a:spcPts val="0"/>
                        </a:spcBef>
                        <a:spcAft>
                          <a:spcPts val="0"/>
                        </a:spcAft>
                        <a:buNone/>
                      </a:pPr>
                      <a:r>
                        <a:rPr lang="en-US" sz="2000">
                          <a:latin typeface="Poppins"/>
                          <a:ea typeface="Poppins"/>
                          <a:cs typeface="Poppins"/>
                          <a:sym typeface="Poppins"/>
                        </a:rPr>
                        <a:t>To Improve it, I added: “make sure to outline facts about how Go Daddy is both affordable and easy to use for everyone, no matter how tech savvy they are. Also make sure to talk about the 24/7 customer support available for Go Daddy users.”</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r>
              <a:tr h="1891125">
                <a:tc>
                  <a:txBody>
                    <a:bodyPr/>
                    <a:lstStyle/>
                    <a:p>
                      <a:pPr indent="0" lvl="0" marL="0" rtl="0" algn="l">
                        <a:spcBef>
                          <a:spcPts val="0"/>
                        </a:spcBef>
                        <a:spcAft>
                          <a:spcPts val="0"/>
                        </a:spcAft>
                        <a:buNone/>
                      </a:pPr>
                      <a:r>
                        <a:rPr b="1" lang="en-US" sz="2000">
                          <a:latin typeface="Poppins"/>
                          <a:ea typeface="Poppins"/>
                          <a:cs typeface="Poppins"/>
                          <a:sym typeface="Poppins"/>
                        </a:rPr>
                        <a:t>DID THE FIRST ARTICLE SEEM ACCURATE? WHAT ABOUT THE SECOND ATTEMPT?</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US" sz="2000">
                          <a:latin typeface="Poppins"/>
                          <a:ea typeface="Poppins"/>
                          <a:cs typeface="Poppins"/>
                          <a:sym typeface="Poppins"/>
                        </a:rPr>
                        <a:t>Yes, the first article seemed accurate, however, by adding more specifications in the second prompt, the blog became more persuasive for a small business owner who wants an affordable and </a:t>
                      </a:r>
                      <a:r>
                        <a:rPr lang="en-US" sz="2000">
                          <a:latin typeface="Poppins"/>
                          <a:ea typeface="Poppins"/>
                          <a:cs typeface="Poppins"/>
                          <a:sym typeface="Poppins"/>
                        </a:rPr>
                        <a:t>easy to use web hosting service such as Go Daddy.</a:t>
                      </a:r>
                      <a:endParaRPr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r>
              <a:tr h="1891125">
                <a:tc>
                  <a:txBody>
                    <a:bodyPr/>
                    <a:lstStyle/>
                    <a:p>
                      <a:pPr indent="0" lvl="0" marL="0" rtl="0" algn="l">
                        <a:spcBef>
                          <a:spcPts val="0"/>
                        </a:spcBef>
                        <a:spcAft>
                          <a:spcPts val="0"/>
                        </a:spcAft>
                        <a:buClr>
                          <a:schemeClr val="dk1"/>
                        </a:buClr>
                        <a:buSzPts val="1100"/>
                        <a:buFont typeface="Arial"/>
                        <a:buNone/>
                      </a:pPr>
                      <a:r>
                        <a:rPr b="1" lang="en-US" sz="2000">
                          <a:solidFill>
                            <a:schemeClr val="dk1"/>
                          </a:solidFill>
                          <a:latin typeface="Poppins"/>
                          <a:ea typeface="Poppins"/>
                          <a:cs typeface="Poppins"/>
                          <a:sym typeface="Poppins"/>
                        </a:rPr>
                        <a:t>WHAT OTHER RESOURCE CAN YOU USE TO VERIFY THE ACCURACY OF THE ARTICLE?</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rPr lang="en-US" sz="2000">
                          <a:latin typeface="Poppins"/>
                          <a:ea typeface="Poppins"/>
                          <a:cs typeface="Poppins"/>
                          <a:sym typeface="Poppins"/>
                        </a:rPr>
                        <a:t>I could go directly to the Go Daddy website in order to fact check the information on Chat GPT and Gemini.</a:t>
                      </a:r>
                      <a:endParaRPr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8"/>
          <p:cNvSpPr txBox="1"/>
          <p:nvPr>
            <p:ph type="title"/>
          </p:nvPr>
        </p:nvSpPr>
        <p:spPr>
          <a:xfrm>
            <a:off x="876300" y="571400"/>
            <a:ext cx="16972500" cy="1338900"/>
          </a:xfrm>
          <a:prstGeom prst="rect">
            <a:avLst/>
          </a:prstGeom>
          <a:solidFill>
            <a:srgbClr val="FFFFFF"/>
          </a:solidFill>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D31D46"/>
                </a:solidFill>
                <a:latin typeface="Poppins"/>
                <a:ea typeface="Poppins"/>
                <a:cs typeface="Poppins"/>
                <a:sym typeface="Poppins"/>
              </a:rPr>
              <a:t>COMPLETE (OPTIONAL):</a:t>
            </a:r>
            <a:r>
              <a:rPr lang="en-US">
                <a:solidFill>
                  <a:srgbClr val="1BC1A2"/>
                </a:solidFill>
                <a:latin typeface="Poppins"/>
                <a:ea typeface="Poppins"/>
                <a:cs typeface="Poppins"/>
                <a:sym typeface="Poppins"/>
              </a:rPr>
              <a:t>  </a:t>
            </a:r>
            <a:r>
              <a:rPr lang="en-US">
                <a:solidFill>
                  <a:srgbClr val="000000"/>
                </a:solidFill>
                <a:latin typeface="Poppins"/>
                <a:ea typeface="Poppins"/>
                <a:cs typeface="Poppins"/>
                <a:sym typeface="Poppins"/>
              </a:rPr>
              <a:t>Gemini </a:t>
            </a:r>
            <a:endParaRPr>
              <a:solidFill>
                <a:srgbClr val="000000"/>
              </a:solidFill>
              <a:latin typeface="Poppins"/>
              <a:ea typeface="Poppins"/>
              <a:cs typeface="Poppins"/>
              <a:sym typeface="Poppins"/>
            </a:endParaRPr>
          </a:p>
        </p:txBody>
      </p:sp>
      <p:sp>
        <p:nvSpPr>
          <p:cNvPr id="211" name="Google Shape;211;p38"/>
          <p:cNvSpPr txBox="1"/>
          <p:nvPr/>
        </p:nvSpPr>
        <p:spPr>
          <a:xfrm>
            <a:off x="846750" y="1910300"/>
            <a:ext cx="17031600" cy="296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latin typeface="Poppins"/>
                <a:ea typeface="Poppins"/>
                <a:cs typeface="Poppins"/>
                <a:sym typeface="Poppins"/>
              </a:rPr>
              <a:t>You can try the same exercise on </a:t>
            </a:r>
            <a:r>
              <a:rPr b="1" lang="en-US" sz="2500" u="sng">
                <a:solidFill>
                  <a:schemeClr val="hlink"/>
                </a:solidFill>
                <a:latin typeface="Poppins"/>
                <a:ea typeface="Poppins"/>
                <a:cs typeface="Poppins"/>
                <a:sym typeface="Poppins"/>
                <a:hlinkClick r:id="rId3"/>
              </a:rPr>
              <a:t>Gemini</a:t>
            </a:r>
            <a:r>
              <a:rPr b="1" lang="en-US" sz="2500">
                <a:solidFill>
                  <a:schemeClr val="dk1"/>
                </a:solidFill>
                <a:latin typeface="Poppins"/>
                <a:ea typeface="Poppins"/>
                <a:cs typeface="Poppins"/>
                <a:sym typeface="Poppins"/>
              </a:rPr>
              <a:t> AI Chatbot. What are the differences? Which AI chatbot generated content did you prefer?</a:t>
            </a:r>
            <a:endParaRPr b="1"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b="1"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latin typeface="Poppins"/>
                <a:ea typeface="Poppins"/>
                <a:cs typeface="Poppins"/>
                <a:sym typeface="Poppins"/>
              </a:rPr>
              <a:t>You can ask </a:t>
            </a:r>
            <a:r>
              <a:rPr b="1" lang="en-US" sz="2500">
                <a:solidFill>
                  <a:schemeClr val="dk1"/>
                </a:solidFill>
                <a:latin typeface="Poppins"/>
                <a:ea typeface="Poppins"/>
                <a:cs typeface="Poppins"/>
                <a:sym typeface="Poppins"/>
              </a:rPr>
              <a:t>Gemini </a:t>
            </a:r>
            <a:r>
              <a:rPr b="1" lang="en-US" sz="2500">
                <a:solidFill>
                  <a:schemeClr val="dk1"/>
                </a:solidFill>
                <a:latin typeface="Poppins"/>
                <a:ea typeface="Poppins"/>
                <a:cs typeface="Poppins"/>
                <a:sym typeface="Poppins"/>
              </a:rPr>
              <a:t>to write the blog article in the same tone as GoDaddy’s blog by including a URL in your prompt: </a:t>
            </a:r>
            <a:r>
              <a:rPr b="1" lang="en-US" sz="2500" u="sng">
                <a:solidFill>
                  <a:schemeClr val="hlink"/>
                </a:solidFill>
                <a:latin typeface="Poppins"/>
                <a:ea typeface="Poppins"/>
                <a:cs typeface="Poppins"/>
                <a:sym typeface="Poppins"/>
                <a:hlinkClick r:id="rId4"/>
              </a:rPr>
              <a:t>https://www.godaddy.com/garage/products/domains/</a:t>
            </a:r>
            <a:endParaRPr b="1"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p:txBody>
      </p:sp>
      <p:graphicFrame>
        <p:nvGraphicFramePr>
          <p:cNvPr id="212" name="Google Shape;212;p38"/>
          <p:cNvGraphicFramePr/>
          <p:nvPr/>
        </p:nvGraphicFramePr>
        <p:xfrm>
          <a:off x="720925" y="5143525"/>
          <a:ext cx="3000000" cy="3000000"/>
        </p:xfrm>
        <a:graphic>
          <a:graphicData uri="http://schemas.openxmlformats.org/drawingml/2006/table">
            <a:tbl>
              <a:tblPr>
                <a:noFill/>
                <a:tableStyleId>{86AC8FDF-5DF7-44D1-9066-233381C55261}</a:tableStyleId>
              </a:tblPr>
              <a:tblGrid>
                <a:gridCol w="4886850"/>
                <a:gridCol w="11959300"/>
              </a:tblGrid>
              <a:tr h="949100">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QUESTION</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1D46"/>
                    </a:solidFill>
                  </a:tcPr>
                </a:tc>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YOUR ANSWER</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9C1332"/>
                    </a:solidFill>
                  </a:tcPr>
                </a:tc>
              </a:tr>
              <a:tr h="1681100">
                <a:tc>
                  <a:txBody>
                    <a:bodyPr/>
                    <a:lstStyle/>
                    <a:p>
                      <a:pPr indent="0" lvl="0" marL="0" rtl="0" algn="l">
                        <a:spcBef>
                          <a:spcPts val="0"/>
                        </a:spcBef>
                        <a:spcAft>
                          <a:spcPts val="0"/>
                        </a:spcAft>
                        <a:buNone/>
                      </a:pPr>
                      <a:r>
                        <a:rPr b="1" lang="en-US" sz="2000">
                          <a:latin typeface="Poppins"/>
                          <a:ea typeface="Poppins"/>
                          <a:cs typeface="Poppins"/>
                          <a:sym typeface="Poppins"/>
                        </a:rPr>
                        <a:t>WHAT PROMPT DID YOU USE ON GEMINI?</a:t>
                      </a:r>
                      <a:endParaRPr b="1"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US" sz="1800">
                          <a:latin typeface="Poppins"/>
                          <a:ea typeface="Poppins"/>
                          <a:cs typeface="Poppins"/>
                          <a:sym typeface="Poppins"/>
                        </a:rPr>
                        <a:t>Write a 300 word blog article using SEO best practices on the keyword “Affordable web hosting for small businesses.” This article should be written in an informational and objective tone for an audience of women ages 45-54 years old interested in purchasing hosting for their small business website from GoDaddy. Do not show the demographics in the response.</a:t>
                      </a:r>
                      <a:endParaRPr sz="18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2000">
                        <a:latin typeface="Poppins"/>
                        <a:ea typeface="Poppins"/>
                        <a:cs typeface="Poppins"/>
                        <a:sym typeface="Poppins"/>
                      </a:endParaRPr>
                    </a:p>
                    <a:p>
                      <a:pPr indent="0" lvl="0" marL="0" rtl="0" algn="l">
                        <a:spcBef>
                          <a:spcPts val="0"/>
                        </a:spcBef>
                        <a:spcAft>
                          <a:spcPts val="0"/>
                        </a:spcAft>
                        <a:buNone/>
                      </a:pPr>
                      <a:r>
                        <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c>
                  <a:txBody>
                    <a:bodyPr/>
                    <a:lstStyle/>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Finding Affordable Web Hosting for Your Small Business with GoDaddy</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Launching a website for your small business is an exciting step, and finding reliable, affordable web hosting is a crucial part of the process. For many small business owners, GoDaddy stands out as a well-known provider, offering a range of hosting solutions designed to fit various needs and budgets.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When considering </a:t>
                      </a:r>
                      <a:r>
                        <a:rPr b="1" lang="en-US" sz="1300">
                          <a:solidFill>
                            <a:schemeClr val="dk1"/>
                          </a:solidFill>
                        </a:rPr>
                        <a:t>affordable web hosting for small businesses</a:t>
                      </a:r>
                      <a:r>
                        <a:rPr lang="en-US" sz="1300">
                          <a:solidFill>
                            <a:schemeClr val="dk1"/>
                          </a:solidFill>
                        </a:rPr>
                        <a:t>, GoDaddy's shared hosting plans are often a popular starting point. These plans allow multiple websites to share resources on a single server, which significantly reduces costs. GoDaddy's "Economy" shared hosting plan is specifically tailored for single, basic websites and typically includes features like ample storage, unmetered bandwidth, a free domain for the first year, and a free SSL certificate to secure your site. These inclusions can represent considerable savings, especially for new ventures.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Beyond shared hosting, GoDaddy also offers Managed WordPress hosting, which can be a great option if your website is built on the WordPress platform. These plans are optimized for WordPress performance and often come with one-click installation, automated backups, and enhanced security features, providing peace of mind for managing your online presence.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It's worth noting that while introductory pricing for GoDaddy's plans is very competitive, renewal rates can be higher. Therefore, it's always a good practice to review the renewal terms before committing to a plan. GoDaddy is known for its user-friendly interface, making it relatively straightforward for those new to web hosting to set up and manage their websites. They also provide 24/7 customer support via phone and chat, which can be invaluable when you need assistance with your site.</a:t>
                      </a:r>
                      <a:endParaRPr sz="1300">
                        <a:solidFill>
                          <a:schemeClr val="dk1"/>
                        </a:solidFill>
                      </a:endParaRPr>
                    </a:p>
                    <a:p>
                      <a:pPr indent="0" lvl="0" marL="0" rtl="0" algn="l">
                        <a:lnSpc>
                          <a:spcPct val="115000"/>
                        </a:lnSpc>
                        <a:spcBef>
                          <a:spcPts val="1200"/>
                        </a:spcBef>
                        <a:spcAft>
                          <a:spcPts val="1200"/>
                        </a:spcAft>
                        <a:buNone/>
                      </a:pPr>
                      <a:r>
                        <a:rPr lang="en-US" sz="1300">
                          <a:solidFill>
                            <a:schemeClr val="dk1"/>
                          </a:solidFill>
                        </a:rPr>
                        <a:t>Ultimately, GoDaddy offers a variety of affordable web hosting options for small businesses, combining essential features with ease of use and readily available support, making it a strong contender for establishing your online footprint.</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r>
              <a:tr h="2001700">
                <a:tc>
                  <a:txBody>
                    <a:bodyPr/>
                    <a:lstStyle/>
                    <a:p>
                      <a:pPr indent="0" lvl="0" marL="0" rtl="0" algn="l">
                        <a:spcBef>
                          <a:spcPts val="0"/>
                        </a:spcBef>
                        <a:spcAft>
                          <a:spcPts val="0"/>
                        </a:spcAft>
                        <a:buNone/>
                      </a:pPr>
                      <a:r>
                        <a:rPr b="1" lang="en-US" sz="2000">
                          <a:latin typeface="Poppins"/>
                          <a:ea typeface="Poppins"/>
                          <a:cs typeface="Poppins"/>
                          <a:sym typeface="Poppins"/>
                        </a:rPr>
                        <a:t>WERE THERE DIFFERENCES BETWEEN THE</a:t>
                      </a:r>
                      <a:r>
                        <a:rPr b="1" lang="en-US" sz="2000">
                          <a:latin typeface="Poppins"/>
                          <a:ea typeface="Poppins"/>
                          <a:cs typeface="Poppins"/>
                          <a:sym typeface="Poppins"/>
                        </a:rPr>
                        <a:t> CHATGPT &amp; GEMINI RESPONSES?</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txBox="1"/>
          <p:nvPr>
            <p:ph type="title"/>
          </p:nvPr>
        </p:nvSpPr>
        <p:spPr>
          <a:xfrm>
            <a:off x="876300" y="571400"/>
            <a:ext cx="16972500" cy="1338900"/>
          </a:xfrm>
          <a:prstGeom prst="rect">
            <a:avLst/>
          </a:prstGeom>
          <a:solidFill>
            <a:srgbClr val="FFFFFF"/>
          </a:solidFill>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D31D46"/>
                </a:solidFill>
                <a:latin typeface="Poppins"/>
                <a:ea typeface="Poppins"/>
                <a:cs typeface="Poppins"/>
                <a:sym typeface="Poppins"/>
              </a:rPr>
              <a:t>COMPLETE (OPTIONAL):</a:t>
            </a:r>
            <a:r>
              <a:rPr lang="en-US">
                <a:solidFill>
                  <a:srgbClr val="1BC1A2"/>
                </a:solidFill>
                <a:latin typeface="Poppins"/>
                <a:ea typeface="Poppins"/>
                <a:cs typeface="Poppins"/>
                <a:sym typeface="Poppins"/>
              </a:rPr>
              <a:t> </a:t>
            </a:r>
            <a:r>
              <a:rPr lang="en-US">
                <a:solidFill>
                  <a:srgbClr val="000000"/>
                </a:solidFill>
                <a:latin typeface="Poppins"/>
                <a:ea typeface="Poppins"/>
                <a:cs typeface="Poppins"/>
                <a:sym typeface="Poppins"/>
              </a:rPr>
              <a:t>Social Media Posts</a:t>
            </a:r>
            <a:endParaRPr>
              <a:solidFill>
                <a:srgbClr val="000000"/>
              </a:solidFill>
              <a:latin typeface="Poppins"/>
              <a:ea typeface="Poppins"/>
              <a:cs typeface="Poppins"/>
              <a:sym typeface="Poppins"/>
            </a:endParaRPr>
          </a:p>
        </p:txBody>
      </p:sp>
      <p:sp>
        <p:nvSpPr>
          <p:cNvPr id="219" name="Google Shape;219;p39"/>
          <p:cNvSpPr txBox="1"/>
          <p:nvPr/>
        </p:nvSpPr>
        <p:spPr>
          <a:xfrm>
            <a:off x="876300" y="2178425"/>
            <a:ext cx="17031600" cy="523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latin typeface="Poppins"/>
                <a:ea typeface="Poppins"/>
                <a:cs typeface="Poppins"/>
                <a:sym typeface="Poppins"/>
              </a:rPr>
              <a:t>Both</a:t>
            </a:r>
            <a:r>
              <a:rPr b="1" lang="en-US" sz="2500">
                <a:solidFill>
                  <a:schemeClr val="dk1"/>
                </a:solidFill>
                <a:latin typeface="Poppins"/>
                <a:ea typeface="Poppins"/>
                <a:cs typeface="Poppins"/>
                <a:sym typeface="Poppins"/>
              </a:rPr>
              <a:t> ChatGPT and </a:t>
            </a:r>
            <a:r>
              <a:rPr b="1" lang="en-US" sz="2500">
                <a:solidFill>
                  <a:schemeClr val="dk1"/>
                </a:solidFill>
                <a:latin typeface="Poppins"/>
                <a:ea typeface="Poppins"/>
                <a:cs typeface="Poppins"/>
                <a:sym typeface="Poppins"/>
              </a:rPr>
              <a:t>Gemini</a:t>
            </a:r>
            <a:r>
              <a:rPr b="1" lang="en-US" sz="2500">
                <a:solidFill>
                  <a:schemeClr val="dk1"/>
                </a:solidFill>
                <a:latin typeface="Poppins"/>
                <a:ea typeface="Poppins"/>
                <a:cs typeface="Poppins"/>
                <a:sym typeface="Poppins"/>
              </a:rPr>
              <a:t> can create social media posts for you from the newly created blog article. Try writing your own prompt to have a week’s worth of Facebook (or any other social network) posts generated. You can ask it to include trending hashtags and emojis. Go for it!</a:t>
            </a:r>
            <a:endParaRPr b="1" sz="2500">
              <a:solidFill>
                <a:schemeClr val="dk1"/>
              </a:solidFill>
              <a:latin typeface="Poppins"/>
              <a:ea typeface="Poppins"/>
              <a:cs typeface="Poppins"/>
              <a:sym typeface="Poppins"/>
            </a:endParaRPr>
          </a:p>
        </p:txBody>
      </p:sp>
      <p:graphicFrame>
        <p:nvGraphicFramePr>
          <p:cNvPr id="220" name="Google Shape;220;p39"/>
          <p:cNvGraphicFramePr/>
          <p:nvPr/>
        </p:nvGraphicFramePr>
        <p:xfrm>
          <a:off x="720925" y="4059425"/>
          <a:ext cx="3000000" cy="3000000"/>
        </p:xfrm>
        <a:graphic>
          <a:graphicData uri="http://schemas.openxmlformats.org/drawingml/2006/table">
            <a:tbl>
              <a:tblPr>
                <a:noFill/>
                <a:tableStyleId>{86AC8FDF-5DF7-44D1-9066-233381C55261}</a:tableStyleId>
              </a:tblPr>
              <a:tblGrid>
                <a:gridCol w="4886850"/>
                <a:gridCol w="11959300"/>
              </a:tblGrid>
              <a:tr h="1214100">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QUESTION</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1D46"/>
                    </a:solidFill>
                  </a:tcPr>
                </a:tc>
                <a:tc>
                  <a:txBody>
                    <a:bodyPr/>
                    <a:lstStyle/>
                    <a:p>
                      <a:pPr indent="0" lvl="0" marL="0" rtl="0" algn="l">
                        <a:spcBef>
                          <a:spcPts val="0"/>
                        </a:spcBef>
                        <a:spcAft>
                          <a:spcPts val="0"/>
                        </a:spcAft>
                        <a:buNone/>
                      </a:pPr>
                      <a:r>
                        <a:rPr b="1" lang="en-US" sz="2000">
                          <a:solidFill>
                            <a:srgbClr val="FFFFFF"/>
                          </a:solidFill>
                          <a:latin typeface="Poppins"/>
                          <a:ea typeface="Poppins"/>
                          <a:cs typeface="Poppins"/>
                          <a:sym typeface="Poppins"/>
                        </a:rPr>
                        <a:t>YOUR ANSWER</a:t>
                      </a:r>
                      <a:endParaRPr b="1" sz="2000">
                        <a:solidFill>
                          <a:srgbClr val="FFFFFF"/>
                        </a:solidFill>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9C1332"/>
                    </a:solidFill>
                  </a:tcPr>
                </a:tc>
              </a:tr>
              <a:tr h="1827550">
                <a:tc>
                  <a:txBody>
                    <a:bodyPr/>
                    <a:lstStyle/>
                    <a:p>
                      <a:pPr indent="0" lvl="0" marL="0" rtl="0" algn="l">
                        <a:spcBef>
                          <a:spcPts val="0"/>
                        </a:spcBef>
                        <a:spcAft>
                          <a:spcPts val="0"/>
                        </a:spcAft>
                        <a:buNone/>
                      </a:pPr>
                      <a:r>
                        <a:rPr b="1" lang="en-US" sz="2000">
                          <a:latin typeface="Poppins"/>
                          <a:ea typeface="Poppins"/>
                          <a:cs typeface="Poppins"/>
                          <a:sym typeface="Poppins"/>
                        </a:rPr>
                        <a:t>WHAT PROMPT DID YOU USE? DID YOU USE GEMINI OR CHATGPT?</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rPr b="1" lang="en-US" sz="2000">
                          <a:latin typeface="Poppins"/>
                          <a:ea typeface="Poppins"/>
                          <a:cs typeface="Poppins"/>
                          <a:sym typeface="Poppins"/>
                        </a:rPr>
                        <a:t>Gemini: </a:t>
                      </a:r>
                      <a:r>
                        <a:rPr lang="en-US" sz="2000">
                          <a:latin typeface="Poppins"/>
                          <a:ea typeface="Poppins"/>
                          <a:cs typeface="Poppins"/>
                          <a:sym typeface="Poppins"/>
                        </a:rPr>
                        <a:t>Create a week’s worth of Instagram post ideas for my content creator page, Linn Luvvly. My niche is fun, affordable fashion and beauty products for young women ages 21-28. Please include trending emojis and hashtags along with good SEO phrases.</a:t>
                      </a:r>
                      <a:endParaRPr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3F3F3"/>
                    </a:solidFill>
                  </a:tcPr>
                </a:tc>
              </a:tr>
              <a:tr h="2560600">
                <a:tc>
                  <a:txBody>
                    <a:bodyPr/>
                    <a:lstStyle/>
                    <a:p>
                      <a:pPr indent="0" lvl="0" marL="0" rtl="0" algn="l">
                        <a:spcBef>
                          <a:spcPts val="0"/>
                        </a:spcBef>
                        <a:spcAft>
                          <a:spcPts val="0"/>
                        </a:spcAft>
                        <a:buNone/>
                      </a:pPr>
                      <a:r>
                        <a:rPr b="1" lang="en-US" sz="2000">
                          <a:latin typeface="Poppins"/>
                          <a:ea typeface="Poppins"/>
                          <a:cs typeface="Poppins"/>
                          <a:sym typeface="Poppins"/>
                        </a:rPr>
                        <a:t>PASTE ONE POST HERE</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a:txBody>
                    <a:bodyPr/>
                    <a:lstStyle/>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rPr>
                        <a:t>Monday: Mani Monday Magic 💅</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b="1" lang="en-US" sz="1800">
                          <a:solidFill>
                            <a:schemeClr val="dk1"/>
                          </a:solidFill>
                        </a:rPr>
                        <a:t>Content Idea:</a:t>
                      </a:r>
                      <a:r>
                        <a:rPr lang="en-US" sz="1800">
                          <a:solidFill>
                            <a:schemeClr val="dk1"/>
                          </a:solidFill>
                        </a:rPr>
                        <a:t> Showcasing an easy, affordable DIY nail art look using drugstore polishes or press-ons. Maybe a cute pastel ombré or simple floral design.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Caption:</a:t>
                      </a:r>
                      <a:r>
                        <a:rPr lang="en-US" sz="1800">
                          <a:solidFill>
                            <a:schemeClr val="dk1"/>
                          </a:solidFill>
                        </a:rPr>
                        <a:t> "Kicking off the week with a fresh set that </a:t>
                      </a:r>
                      <a:r>
                        <a:rPr i="1" lang="en-US" sz="1800">
                          <a:solidFill>
                            <a:schemeClr val="dk1"/>
                          </a:solidFill>
                        </a:rPr>
                        <a:t>didn't</a:t>
                      </a:r>
                      <a:r>
                        <a:rPr lang="en-US" sz="1800">
                          <a:solidFill>
                            <a:schemeClr val="dk1"/>
                          </a:solidFill>
                        </a:rPr>
                        <a:t> break the bank! 🤩 Who says salon nails are the only way to go? This @[DrugstoreBrand] polish is a game-changer for </a:t>
                      </a:r>
                      <a:r>
                        <a:rPr b="1" lang="en-US" sz="1800">
                          <a:solidFill>
                            <a:schemeClr val="dk1"/>
                          </a:solidFill>
                        </a:rPr>
                        <a:t>affordable beauty finds</a:t>
                      </a:r>
                      <a:r>
                        <a:rPr lang="en-US" sz="1800">
                          <a:solidFill>
                            <a:schemeClr val="dk1"/>
                          </a:solidFill>
                        </a:rPr>
                        <a:t>! What's your go-to nail shade for summer?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Emojis:</a:t>
                      </a:r>
                      <a:r>
                        <a:rPr lang="en-US" sz="1800">
                          <a:solidFill>
                            <a:schemeClr val="dk1"/>
                          </a:solidFill>
                        </a:rPr>
                        <a:t>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Hashtags:</a:t>
                      </a:r>
                      <a:r>
                        <a:rPr lang="en-US" sz="1800">
                          <a:solidFill>
                            <a:schemeClr val="dk1"/>
                          </a:solidFill>
                        </a:rPr>
                        <a:t> #ManiMonday #AffordableBeauty #DrugstoreBeauty #DIYnails #NailInspo #BudgetBeauty #BeautyHacks #SummerNails #LinnLuvvlyBeauty</a:t>
                      </a:r>
                      <a:endParaRPr sz="1800">
                        <a:solidFill>
                          <a:schemeClr val="dk1"/>
                        </a:solidFill>
                      </a:endParaRPr>
                    </a:p>
                    <a:p>
                      <a:pPr indent="0" lvl="0" marL="0" rtl="0" algn="l">
                        <a:spcBef>
                          <a:spcPts val="1200"/>
                        </a:spcBef>
                        <a:spcAft>
                          <a:spcPts val="0"/>
                        </a:spcAft>
                        <a:buNone/>
                      </a:pPr>
                      <a:r>
                        <a:t/>
                      </a:r>
                      <a:endParaRPr b="1" sz="2000">
                        <a:latin typeface="Poppins"/>
                        <a:ea typeface="Poppins"/>
                        <a:cs typeface="Poppins"/>
                        <a:sym typeface="Poppins"/>
                      </a:endParaRPr>
                    </a:p>
                  </a:txBody>
                  <a:tcPr marT="274300" marB="274300" marR="274300"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24" name="Shape 224"/>
        <p:cNvGrpSpPr/>
        <p:nvPr/>
      </p:nvGrpSpPr>
      <p:grpSpPr>
        <a:xfrm>
          <a:off x="0" y="0"/>
          <a:ext cx="0" cy="0"/>
          <a:chOff x="0" y="0"/>
          <a:chExt cx="0" cy="0"/>
        </a:xfrm>
      </p:grpSpPr>
      <p:sp>
        <p:nvSpPr>
          <p:cNvPr id="225" name="Google Shape;225;p40"/>
          <p:cNvSpPr txBox="1"/>
          <p:nvPr>
            <p:ph type="title"/>
          </p:nvPr>
        </p:nvSpPr>
        <p:spPr>
          <a:xfrm>
            <a:off x="876300" y="571400"/>
            <a:ext cx="11215800" cy="1339200"/>
          </a:xfrm>
          <a:prstGeom prst="rect">
            <a:avLst/>
          </a:prstGeom>
          <a:noFill/>
          <a:ln>
            <a:noFill/>
          </a:ln>
        </p:spPr>
        <p:txBody>
          <a:bodyPr anchorCtr="0" anchor="ctr" bIns="45700" lIns="91450" spcFirstLastPara="1" rIns="91450" wrap="square" tIns="45700">
            <a:noAutofit/>
          </a:bodyPr>
          <a:lstStyle/>
          <a:p>
            <a:pPr indent="0" lvl="0" marL="0" rtl="0" algn="l">
              <a:lnSpc>
                <a:spcPct val="90000"/>
              </a:lnSpc>
              <a:spcBef>
                <a:spcPts val="0"/>
              </a:spcBef>
              <a:spcAft>
                <a:spcPts val="0"/>
              </a:spcAft>
              <a:buClr>
                <a:schemeClr val="accent1"/>
              </a:buClr>
              <a:buSzPts val="4600"/>
              <a:buFont typeface="Roboto"/>
              <a:buNone/>
            </a:pPr>
            <a:r>
              <a:rPr lang="en-US">
                <a:solidFill>
                  <a:srgbClr val="D31D46"/>
                </a:solidFill>
                <a:latin typeface="Poppins"/>
                <a:ea typeface="Poppins"/>
                <a:cs typeface="Poppins"/>
                <a:sym typeface="Poppins"/>
              </a:rPr>
              <a:t>COMPLETE: </a:t>
            </a:r>
            <a:r>
              <a:rPr lang="en-US">
                <a:latin typeface="Poppins"/>
                <a:ea typeface="Poppins"/>
                <a:cs typeface="Poppins"/>
                <a:sym typeface="Poppins"/>
              </a:rPr>
              <a:t>AI use in the playbook</a:t>
            </a:r>
            <a:endParaRPr>
              <a:latin typeface="Poppins"/>
              <a:ea typeface="Poppins"/>
              <a:cs typeface="Poppins"/>
              <a:sym typeface="Poppins"/>
            </a:endParaRPr>
          </a:p>
        </p:txBody>
      </p:sp>
      <p:sp>
        <p:nvSpPr>
          <p:cNvPr id="226" name="Google Shape;226;p40"/>
          <p:cNvSpPr txBox="1"/>
          <p:nvPr/>
        </p:nvSpPr>
        <p:spPr>
          <a:xfrm>
            <a:off x="994850" y="1754631"/>
            <a:ext cx="16981200" cy="1749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Clr>
                <a:schemeClr val="dk1"/>
              </a:buClr>
              <a:buSzPts val="1200"/>
              <a:buFont typeface="Arial"/>
              <a:buNone/>
            </a:pPr>
            <a:r>
              <a:rPr lang="en-US" sz="3000">
                <a:solidFill>
                  <a:schemeClr val="dk1"/>
                </a:solidFill>
                <a:latin typeface="Poppins"/>
                <a:ea typeface="Poppins"/>
                <a:cs typeface="Poppins"/>
                <a:sym typeface="Poppins"/>
              </a:rPr>
              <a:t>Per the course AI guidelines you are required to indicate where and how AI tools were used in your assignments (e.g., idea generation, drafting, proofreading, etc.). Please complete the following:</a:t>
            </a:r>
            <a:endParaRPr sz="3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200"/>
              <a:buFont typeface="Arial"/>
              <a:buNone/>
            </a:pPr>
            <a:r>
              <a:t/>
            </a:r>
            <a:endParaRPr b="1" sz="3000">
              <a:solidFill>
                <a:schemeClr val="dk1"/>
              </a:solidFill>
              <a:latin typeface="Poppins"/>
              <a:ea typeface="Poppins"/>
              <a:cs typeface="Poppins"/>
              <a:sym typeface="Poppins"/>
            </a:endParaRPr>
          </a:p>
        </p:txBody>
      </p:sp>
      <p:sp>
        <p:nvSpPr>
          <p:cNvPr id="227" name="Google Shape;227;p40"/>
          <p:cNvSpPr txBox="1"/>
          <p:nvPr/>
        </p:nvSpPr>
        <p:spPr>
          <a:xfrm>
            <a:off x="27375" y="9917525"/>
            <a:ext cx="11201400" cy="13068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Clr>
                <a:schemeClr val="dk1"/>
              </a:buClr>
              <a:buSzPts val="1200"/>
              <a:buFont typeface="Arial"/>
              <a:buNone/>
            </a:pPr>
            <a:r>
              <a:rPr lang="en-US" sz="1400">
                <a:solidFill>
                  <a:schemeClr val="dk1"/>
                </a:solidFill>
                <a:latin typeface="Poppins"/>
                <a:ea typeface="Poppins"/>
                <a:cs typeface="Poppins"/>
                <a:sym typeface="Poppins"/>
              </a:rPr>
              <a:t>© 202</a:t>
            </a:r>
            <a:r>
              <a:rPr lang="en-US">
                <a:solidFill>
                  <a:schemeClr val="dk1"/>
                </a:solidFill>
                <a:latin typeface="Poppins"/>
                <a:ea typeface="Poppins"/>
                <a:cs typeface="Poppins"/>
                <a:sym typeface="Poppins"/>
              </a:rPr>
              <a:t>5</a:t>
            </a:r>
            <a:r>
              <a:rPr lang="en-US" sz="1400">
                <a:solidFill>
                  <a:schemeClr val="dk1"/>
                </a:solidFill>
                <a:latin typeface="Poppins"/>
                <a:ea typeface="Poppins"/>
                <a:cs typeface="Poppins"/>
                <a:sym typeface="Poppins"/>
              </a:rPr>
              <a:t> Ziplines Education | Proprietary and Confidential | Do not duplicate or distribute without written permission.</a:t>
            </a:r>
            <a:endParaRPr sz="2000">
              <a:solidFill>
                <a:srgbClr val="666666"/>
              </a:solidFill>
              <a:latin typeface="Poppins"/>
              <a:ea typeface="Poppins"/>
              <a:cs typeface="Poppins"/>
              <a:sym typeface="Poppins"/>
            </a:endParaRPr>
          </a:p>
        </p:txBody>
      </p:sp>
      <p:graphicFrame>
        <p:nvGraphicFramePr>
          <p:cNvPr id="228" name="Google Shape;228;p40"/>
          <p:cNvGraphicFramePr/>
          <p:nvPr/>
        </p:nvGraphicFramePr>
        <p:xfrm>
          <a:off x="1076400" y="3699050"/>
          <a:ext cx="3000000" cy="3000000"/>
        </p:xfrm>
        <a:graphic>
          <a:graphicData uri="http://schemas.openxmlformats.org/drawingml/2006/table">
            <a:tbl>
              <a:tblPr>
                <a:noFill/>
                <a:tableStyleId>{86AC8FDF-5DF7-44D1-9066-233381C55261}</a:tableStyleId>
              </a:tblPr>
              <a:tblGrid>
                <a:gridCol w="6825250"/>
                <a:gridCol w="9734250"/>
              </a:tblGrid>
              <a:tr h="886450">
                <a:tc>
                  <a:txBody>
                    <a:bodyPr/>
                    <a:lstStyle/>
                    <a:p>
                      <a:pPr indent="0" lvl="0" marL="0" rtl="0" algn="l">
                        <a:lnSpc>
                          <a:spcPct val="115000"/>
                        </a:lnSpc>
                        <a:spcBef>
                          <a:spcPts val="0"/>
                        </a:spcBef>
                        <a:spcAft>
                          <a:spcPts val="0"/>
                        </a:spcAft>
                        <a:buNone/>
                      </a:pPr>
                      <a:r>
                        <a:rPr b="1" lang="en-US" sz="3000">
                          <a:solidFill>
                            <a:schemeClr val="lt1"/>
                          </a:solidFill>
                          <a:latin typeface="Poppins"/>
                          <a:ea typeface="Poppins"/>
                          <a:cs typeface="Poppins"/>
                          <a:sym typeface="Poppins"/>
                        </a:rPr>
                        <a:t>Question</a:t>
                      </a:r>
                      <a:endParaRPr b="1" sz="3000">
                        <a:solidFill>
                          <a:schemeClr val="lt1"/>
                        </a:solidFill>
                        <a:latin typeface="Poppins"/>
                        <a:ea typeface="Poppins"/>
                        <a:cs typeface="Poppins"/>
                        <a:sym typeface="Poppins"/>
                      </a:endParaRPr>
                    </a:p>
                  </a:txBody>
                  <a:tcPr marT="182850" marB="182850" marR="182850" marL="182850">
                    <a:solidFill>
                      <a:srgbClr val="D31D46"/>
                    </a:solidFill>
                  </a:tcPr>
                </a:tc>
                <a:tc>
                  <a:txBody>
                    <a:bodyPr/>
                    <a:lstStyle/>
                    <a:p>
                      <a:pPr indent="0" lvl="0" marL="0" rtl="0" algn="l">
                        <a:spcBef>
                          <a:spcPts val="0"/>
                        </a:spcBef>
                        <a:spcAft>
                          <a:spcPts val="0"/>
                        </a:spcAft>
                        <a:buNone/>
                      </a:pPr>
                      <a:r>
                        <a:rPr b="1" lang="en-US" sz="3000">
                          <a:solidFill>
                            <a:schemeClr val="lt1"/>
                          </a:solidFill>
                          <a:latin typeface="Poppins"/>
                          <a:ea typeface="Poppins"/>
                          <a:cs typeface="Poppins"/>
                          <a:sym typeface="Poppins"/>
                        </a:rPr>
                        <a:t>Answer</a:t>
                      </a:r>
                      <a:endParaRPr b="1" sz="3000">
                        <a:solidFill>
                          <a:schemeClr val="lt1"/>
                        </a:solidFill>
                        <a:latin typeface="Poppins"/>
                        <a:ea typeface="Poppins"/>
                        <a:cs typeface="Poppins"/>
                        <a:sym typeface="Poppins"/>
                      </a:endParaRPr>
                    </a:p>
                  </a:txBody>
                  <a:tcPr marT="182850" marB="182850" marR="182850" marL="182850">
                    <a:solidFill>
                      <a:srgbClr val="D31D46"/>
                    </a:solidFill>
                  </a:tcPr>
                </a:tc>
              </a:tr>
              <a:tr h="1382200">
                <a:tc>
                  <a:txBody>
                    <a:bodyPr/>
                    <a:lstStyle/>
                    <a:p>
                      <a:pPr indent="0" lvl="0" marL="0" rtl="0" algn="l">
                        <a:lnSpc>
                          <a:spcPct val="115000"/>
                        </a:lnSpc>
                        <a:spcBef>
                          <a:spcPts val="0"/>
                        </a:spcBef>
                        <a:spcAft>
                          <a:spcPts val="0"/>
                        </a:spcAft>
                        <a:buClr>
                          <a:schemeClr val="dk1"/>
                        </a:buClr>
                        <a:buSzPts val="2200"/>
                        <a:buFont typeface="Arial"/>
                        <a:buNone/>
                      </a:pPr>
                      <a:r>
                        <a:rPr lang="en-US" sz="2800">
                          <a:solidFill>
                            <a:schemeClr val="dk1"/>
                          </a:solidFill>
                          <a:latin typeface="Poppins"/>
                          <a:ea typeface="Poppins"/>
                          <a:cs typeface="Poppins"/>
                          <a:sym typeface="Poppins"/>
                        </a:rPr>
                        <a:t>Did you use AI when completing this assignment?</a:t>
                      </a:r>
                      <a:endParaRPr sz="2600"/>
                    </a:p>
                  </a:txBody>
                  <a:tcPr marT="182850" marB="182850" marR="182850" marL="182850">
                    <a:solidFill>
                      <a:srgbClr val="EFEFEF"/>
                    </a:solidFill>
                  </a:tcPr>
                </a:tc>
                <a:tc>
                  <a:txBody>
                    <a:bodyPr/>
                    <a:lstStyle/>
                    <a:p>
                      <a:pPr indent="0" lvl="0" marL="0" rtl="0" algn="l">
                        <a:spcBef>
                          <a:spcPts val="0"/>
                        </a:spcBef>
                        <a:spcAft>
                          <a:spcPts val="0"/>
                        </a:spcAft>
                        <a:buNone/>
                      </a:pPr>
                      <a:r>
                        <a:rPr lang="en-US" sz="2400">
                          <a:latin typeface="Poppins"/>
                          <a:ea typeface="Poppins"/>
                          <a:cs typeface="Poppins"/>
                          <a:sym typeface="Poppins"/>
                        </a:rPr>
                        <a:t>No, only when prompted to by the question </a:t>
                      </a:r>
                      <a:r>
                        <a:rPr lang="en-US" sz="2400">
                          <a:latin typeface="Poppins"/>
                          <a:ea typeface="Poppins"/>
                          <a:cs typeface="Poppins"/>
                          <a:sym typeface="Poppins"/>
                        </a:rPr>
                        <a:t>itself</a:t>
                      </a:r>
                      <a:r>
                        <a:rPr lang="en-US" sz="2400">
                          <a:latin typeface="Poppins"/>
                          <a:ea typeface="Poppins"/>
                          <a:cs typeface="Poppins"/>
                          <a:sym typeface="Poppins"/>
                        </a:rPr>
                        <a:t>.</a:t>
                      </a:r>
                      <a:endParaRPr sz="2400">
                        <a:latin typeface="Poppins"/>
                        <a:ea typeface="Poppins"/>
                        <a:cs typeface="Poppins"/>
                        <a:sym typeface="Poppins"/>
                      </a:endParaRPr>
                    </a:p>
                  </a:txBody>
                  <a:tcPr marT="182850" marB="182850" marR="182850" marL="182850">
                    <a:solidFill>
                      <a:srgbClr val="EFEFEF"/>
                    </a:solidFill>
                  </a:tcPr>
                </a:tc>
              </a:tr>
              <a:tr h="3576900">
                <a:tc>
                  <a:txBody>
                    <a:bodyPr/>
                    <a:lstStyle/>
                    <a:p>
                      <a:pPr indent="0" lvl="0" marL="0" rtl="0" algn="l">
                        <a:lnSpc>
                          <a:spcPct val="115000"/>
                        </a:lnSpc>
                        <a:spcBef>
                          <a:spcPts val="0"/>
                        </a:spcBef>
                        <a:spcAft>
                          <a:spcPts val="0"/>
                        </a:spcAft>
                        <a:buNone/>
                      </a:pPr>
                      <a:r>
                        <a:rPr lang="en-US" sz="2800">
                          <a:solidFill>
                            <a:schemeClr val="dk1"/>
                          </a:solidFill>
                          <a:latin typeface="Poppins"/>
                          <a:ea typeface="Poppins"/>
                          <a:cs typeface="Poppins"/>
                          <a:sym typeface="Poppins"/>
                        </a:rPr>
                        <a:t>If yes, explain how you used AI tools to assist you in completing the assignment. Include where you used it. </a:t>
                      </a:r>
                      <a:endParaRPr sz="2600"/>
                    </a:p>
                  </a:txBody>
                  <a:tcPr marT="182850" marB="182850" marR="182850" marL="182850">
                    <a:solidFill>
                      <a:srgbClr val="EFEFEF"/>
                    </a:solidFill>
                  </a:tcPr>
                </a:tc>
                <a:tc>
                  <a:txBody>
                    <a:bodyPr/>
                    <a:lstStyle/>
                    <a:p>
                      <a:pPr indent="0" lvl="0" marL="0" rtl="0" algn="l">
                        <a:spcBef>
                          <a:spcPts val="0"/>
                        </a:spcBef>
                        <a:spcAft>
                          <a:spcPts val="0"/>
                        </a:spcAft>
                        <a:buNone/>
                      </a:pPr>
                      <a:r>
                        <a:rPr lang="en-US" sz="2400">
                          <a:latin typeface="Poppins"/>
                          <a:ea typeface="Poppins"/>
                          <a:cs typeface="Poppins"/>
                          <a:sym typeface="Poppins"/>
                        </a:rPr>
                        <a:t>N/A</a:t>
                      </a:r>
                      <a:endParaRPr sz="2400">
                        <a:latin typeface="Poppins"/>
                        <a:ea typeface="Poppins"/>
                        <a:cs typeface="Poppins"/>
                        <a:sym typeface="Poppins"/>
                      </a:endParaRPr>
                    </a:p>
                  </a:txBody>
                  <a:tcPr marT="182850" marB="182850" marR="182850" marL="182850">
                    <a:solidFill>
                      <a:srgbClr val="EFEFE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32" name="Shape 232"/>
        <p:cNvGrpSpPr/>
        <p:nvPr/>
      </p:nvGrpSpPr>
      <p:grpSpPr>
        <a:xfrm>
          <a:off x="0" y="0"/>
          <a:ext cx="0" cy="0"/>
          <a:chOff x="0" y="0"/>
          <a:chExt cx="0" cy="0"/>
        </a:xfrm>
      </p:grpSpPr>
      <p:sp>
        <p:nvSpPr>
          <p:cNvPr id="233" name="Google Shape;233;p41"/>
          <p:cNvSpPr txBox="1"/>
          <p:nvPr>
            <p:ph type="title"/>
          </p:nvPr>
        </p:nvSpPr>
        <p:spPr>
          <a:xfrm>
            <a:off x="876300" y="571400"/>
            <a:ext cx="11215500" cy="1338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4500"/>
              <a:buFont typeface="Roboto"/>
              <a:buNone/>
            </a:pPr>
            <a:r>
              <a:rPr b="0" lang="en-US">
                <a:solidFill>
                  <a:srgbClr val="D31D46"/>
                </a:solidFill>
                <a:latin typeface="Poppins SemiBold"/>
                <a:ea typeface="Poppins SemiBold"/>
                <a:cs typeface="Poppins SemiBold"/>
                <a:sym typeface="Poppins SemiBold"/>
              </a:rPr>
              <a:t>INSTRUCTIONS: </a:t>
            </a:r>
            <a:r>
              <a:rPr b="0" lang="en-US">
                <a:latin typeface="Poppins SemiBold"/>
                <a:ea typeface="Poppins SemiBold"/>
                <a:cs typeface="Poppins SemiBold"/>
                <a:sym typeface="Poppins SemiBold"/>
              </a:rPr>
              <a:t>SUBMIT IT</a:t>
            </a:r>
            <a:endParaRPr b="0">
              <a:latin typeface="Poppins SemiBold"/>
              <a:ea typeface="Poppins SemiBold"/>
              <a:cs typeface="Poppins SemiBold"/>
              <a:sym typeface="Poppins SemiBold"/>
            </a:endParaRPr>
          </a:p>
        </p:txBody>
      </p:sp>
      <p:sp>
        <p:nvSpPr>
          <p:cNvPr id="234" name="Google Shape;234;p41"/>
          <p:cNvSpPr txBox="1"/>
          <p:nvPr/>
        </p:nvSpPr>
        <p:spPr>
          <a:xfrm>
            <a:off x="1092700" y="2404075"/>
            <a:ext cx="16980900" cy="697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Review </a:t>
            </a:r>
            <a:r>
              <a:rPr lang="en-US" sz="3000">
                <a:solidFill>
                  <a:schemeClr val="dk1"/>
                </a:solidFill>
                <a:latin typeface="Poppins"/>
                <a:ea typeface="Poppins"/>
                <a:cs typeface="Poppins"/>
                <a:sym typeface="Poppins"/>
              </a:rPr>
              <a:t>each slide and make sure you have completed the entire assignment</a:t>
            </a:r>
            <a:endParaRPr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Set share settings</a:t>
            </a:r>
            <a:r>
              <a:rPr lang="en-US" sz="3000">
                <a:solidFill>
                  <a:schemeClr val="dk1"/>
                </a:solidFill>
                <a:latin typeface="Poppins"/>
                <a:ea typeface="Poppins"/>
                <a:cs typeface="Poppins"/>
                <a:sym typeface="Poppins"/>
              </a:rPr>
              <a:t> so </a:t>
            </a:r>
            <a:r>
              <a:rPr b="1" lang="en-US" sz="3000">
                <a:solidFill>
                  <a:schemeClr val="dk1"/>
                </a:solidFill>
                <a:latin typeface="Poppins"/>
                <a:ea typeface="Poppins"/>
                <a:cs typeface="Poppins"/>
                <a:sym typeface="Poppins"/>
              </a:rPr>
              <a:t>anyone with the link</a:t>
            </a:r>
            <a:r>
              <a:rPr lang="en-US" sz="3000">
                <a:solidFill>
                  <a:schemeClr val="dk1"/>
                </a:solidFill>
                <a:latin typeface="Poppins"/>
                <a:ea typeface="Poppins"/>
                <a:cs typeface="Poppins"/>
                <a:sym typeface="Poppins"/>
              </a:rPr>
              <a:t> can view the document</a:t>
            </a:r>
            <a:endParaRPr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Access</a:t>
            </a:r>
            <a:r>
              <a:rPr lang="en-US" sz="3000">
                <a:solidFill>
                  <a:schemeClr val="dk1"/>
                </a:solidFill>
                <a:latin typeface="Poppins"/>
                <a:ea typeface="Poppins"/>
                <a:cs typeface="Poppins"/>
                <a:sym typeface="Poppins"/>
              </a:rPr>
              <a:t> the correct assignment submission page in the </a:t>
            </a:r>
            <a:r>
              <a:rPr lang="en-US" sz="3000" u="sng">
                <a:solidFill>
                  <a:schemeClr val="dk1"/>
                </a:solidFill>
                <a:latin typeface="Poppins"/>
                <a:ea typeface="Poppins"/>
                <a:cs typeface="Poppins"/>
                <a:sym typeface="Poppins"/>
                <a:hlinkClick r:id="rId3">
                  <a:extLst>
                    <a:ext uri="{A12FA001-AC4F-418D-AE19-62706E023703}">
                      <ahyp:hlinkClr val="tx"/>
                    </a:ext>
                  </a:extLst>
                </a:hlinkClick>
              </a:rPr>
              <a:t>Learning Management System</a:t>
            </a:r>
            <a:r>
              <a:rPr lang="en-US" sz="3000">
                <a:solidFill>
                  <a:schemeClr val="dk1"/>
                </a:solidFill>
                <a:latin typeface="Poppins"/>
                <a:ea typeface="Poppins"/>
                <a:cs typeface="Poppins"/>
                <a:sym typeface="Poppins"/>
              </a:rPr>
              <a:t> </a:t>
            </a:r>
            <a:endParaRPr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Copy/Paste</a:t>
            </a:r>
            <a:r>
              <a:rPr lang="en-US" sz="3000">
                <a:solidFill>
                  <a:schemeClr val="dk1"/>
                </a:solidFill>
                <a:latin typeface="Poppins"/>
                <a:ea typeface="Poppins"/>
                <a:cs typeface="Poppins"/>
                <a:sym typeface="Poppins"/>
              </a:rPr>
              <a:t> the link to your assignment in the system by the due date. </a:t>
            </a:r>
            <a:endParaRPr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Confirm</a:t>
            </a:r>
            <a:r>
              <a:rPr lang="en-US" sz="3000">
                <a:solidFill>
                  <a:schemeClr val="dk1"/>
                </a:solidFill>
                <a:latin typeface="Poppins"/>
                <a:ea typeface="Poppins"/>
                <a:cs typeface="Poppins"/>
                <a:sym typeface="Poppins"/>
              </a:rPr>
              <a:t> the assignment was accepted by the Learning Management System</a:t>
            </a:r>
            <a:endParaRPr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b="1" sz="30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How to set share settings:</a:t>
            </a:r>
            <a:endParaRPr b="1" sz="3000">
              <a:solidFill>
                <a:schemeClr val="dk1"/>
              </a:solidFill>
              <a:latin typeface="Poppins"/>
              <a:ea typeface="Poppins"/>
              <a:cs typeface="Poppins"/>
              <a:sym typeface="Poppins"/>
            </a:endParaRPr>
          </a:p>
          <a:p>
            <a:pPr indent="-419100" lvl="0" marL="457200" rtl="0" algn="l">
              <a:spcBef>
                <a:spcPts val="0"/>
              </a:spcBef>
              <a:spcAft>
                <a:spcPts val="0"/>
              </a:spcAft>
              <a:buClr>
                <a:schemeClr val="accent3"/>
              </a:buClr>
              <a:buSzPts val="3000"/>
              <a:buFont typeface="Poppins"/>
              <a:buChar char="●"/>
            </a:pPr>
            <a:r>
              <a:rPr lang="en-US" sz="3000">
                <a:solidFill>
                  <a:schemeClr val="dk1"/>
                </a:solidFill>
                <a:latin typeface="Poppins"/>
                <a:ea typeface="Poppins"/>
                <a:cs typeface="Poppins"/>
                <a:sym typeface="Poppins"/>
              </a:rPr>
              <a:t>Click “Share” in the upper right corner</a:t>
            </a:r>
            <a:endParaRPr sz="3000">
              <a:solidFill>
                <a:schemeClr val="dk1"/>
              </a:solidFill>
              <a:latin typeface="Poppins"/>
              <a:ea typeface="Poppins"/>
              <a:cs typeface="Poppins"/>
              <a:sym typeface="Poppins"/>
            </a:endParaRPr>
          </a:p>
          <a:p>
            <a:pPr indent="-419100" lvl="0" marL="457200" rtl="0" algn="l">
              <a:spcBef>
                <a:spcPts val="0"/>
              </a:spcBef>
              <a:spcAft>
                <a:spcPts val="0"/>
              </a:spcAft>
              <a:buClr>
                <a:schemeClr val="accent3"/>
              </a:buClr>
              <a:buSzPts val="3000"/>
              <a:buFont typeface="Poppins"/>
              <a:buChar char="●"/>
            </a:pPr>
            <a:r>
              <a:rPr lang="en-US" sz="3000">
                <a:solidFill>
                  <a:schemeClr val="dk1"/>
                </a:solidFill>
                <a:latin typeface="Poppins"/>
                <a:ea typeface="Poppins"/>
                <a:cs typeface="Poppins"/>
                <a:sym typeface="Poppins"/>
              </a:rPr>
              <a:t>Under “General Access”, select “</a:t>
            </a:r>
            <a:r>
              <a:rPr b="1" lang="en-US" sz="3000">
                <a:solidFill>
                  <a:schemeClr val="dk1"/>
                </a:solidFill>
                <a:latin typeface="Poppins"/>
                <a:ea typeface="Poppins"/>
                <a:cs typeface="Poppins"/>
                <a:sym typeface="Poppins"/>
              </a:rPr>
              <a:t>anyone with the link”</a:t>
            </a:r>
            <a:endParaRPr sz="3000">
              <a:solidFill>
                <a:schemeClr val="dk1"/>
              </a:solidFill>
              <a:latin typeface="Poppins"/>
              <a:ea typeface="Poppins"/>
              <a:cs typeface="Poppins"/>
              <a:sym typeface="Poppins"/>
            </a:endParaRPr>
          </a:p>
          <a:p>
            <a:pPr indent="-419100" lvl="0" marL="457200" rtl="0" algn="l">
              <a:spcBef>
                <a:spcPts val="0"/>
              </a:spcBef>
              <a:spcAft>
                <a:spcPts val="0"/>
              </a:spcAft>
              <a:buClr>
                <a:schemeClr val="accent3"/>
              </a:buClr>
              <a:buSzPts val="3000"/>
              <a:buFont typeface="Poppins"/>
              <a:buChar char="●"/>
            </a:pPr>
            <a:r>
              <a:rPr lang="en-US" sz="3000">
                <a:solidFill>
                  <a:schemeClr val="dk1"/>
                </a:solidFill>
                <a:latin typeface="Poppins"/>
                <a:ea typeface="Poppins"/>
                <a:cs typeface="Poppins"/>
                <a:sym typeface="Poppins"/>
              </a:rPr>
              <a:t>Click “Copy” and then “Done”</a:t>
            </a:r>
            <a:endParaRPr sz="3000">
              <a:solidFill>
                <a:schemeClr val="dk1"/>
              </a:solidFill>
              <a:latin typeface="Poppins"/>
              <a:ea typeface="Poppins"/>
              <a:cs typeface="Poppins"/>
              <a:sym typeface="Poppins"/>
            </a:endParaRPr>
          </a:p>
          <a:p>
            <a:pPr indent="-419100" lvl="0" marL="457200" rtl="0" algn="l">
              <a:spcBef>
                <a:spcPts val="0"/>
              </a:spcBef>
              <a:spcAft>
                <a:spcPts val="0"/>
              </a:spcAft>
              <a:buClr>
                <a:schemeClr val="accent3"/>
              </a:buClr>
              <a:buSzPts val="3000"/>
              <a:buFont typeface="Poppins"/>
              <a:buChar char="●"/>
            </a:pPr>
            <a:r>
              <a:rPr lang="en-US" sz="3000">
                <a:solidFill>
                  <a:schemeClr val="dk1"/>
                </a:solidFill>
                <a:latin typeface="Poppins"/>
                <a:ea typeface="Poppins"/>
                <a:cs typeface="Poppins"/>
                <a:sym typeface="Poppins"/>
              </a:rPr>
              <a:t>Paste the link in the correct assignment submission page in the LMS</a:t>
            </a:r>
            <a:endParaRPr sz="3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3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US" sz="4500" u="sng">
                <a:solidFill>
                  <a:schemeClr val="dk1"/>
                </a:solidFill>
                <a:latin typeface="Poppins"/>
                <a:ea typeface="Poppins"/>
                <a:cs typeface="Poppins"/>
                <a:sym typeface="Poppins"/>
                <a:hlinkClick r:id="rId4">
                  <a:extLst>
                    <a:ext uri="{A12FA001-AC4F-418D-AE19-62706E023703}">
                      <ahyp:hlinkClr val="tx"/>
                    </a:ext>
                  </a:extLst>
                </a:hlinkClick>
              </a:rPr>
              <a:t>Watch this video for a quick demo</a:t>
            </a:r>
            <a:r>
              <a:rPr lang="en-US" sz="4500">
                <a:solidFill>
                  <a:schemeClr val="dk1"/>
                </a:solidFill>
                <a:latin typeface="Poppins"/>
                <a:ea typeface="Poppins"/>
                <a:cs typeface="Poppins"/>
                <a:sym typeface="Poppins"/>
              </a:rPr>
              <a:t> </a:t>
            </a:r>
            <a:endParaRPr b="1" sz="3000">
              <a:solidFill>
                <a:schemeClr val="dk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GENARAL LAYOUTS">
  <a:themeElements>
    <a:clrScheme name="SIMPLICITY 3.0 - monocolor #00 - default">
      <a:dk1>
        <a:srgbClr val="000000"/>
      </a:dk1>
      <a:lt1>
        <a:srgbClr val="FFFFFF"/>
      </a:lt1>
      <a:dk2>
        <a:srgbClr val="4C4C4E"/>
      </a:dk2>
      <a:lt2>
        <a:srgbClr val="F2F2F5"/>
      </a:lt2>
      <a:accent1>
        <a:srgbClr val="1A1A1A"/>
      </a:accent1>
      <a:accent2>
        <a:srgbClr val="78787C"/>
      </a:accent2>
      <a:accent3>
        <a:srgbClr val="D31D46"/>
      </a:accent3>
      <a:accent4>
        <a:srgbClr val="FFFFFF"/>
      </a:accent4>
      <a:accent5>
        <a:srgbClr val="000000"/>
      </a:accent5>
      <a:accent6>
        <a:srgbClr val="3D415B"/>
      </a:accent6>
      <a:hlink>
        <a:srgbClr val="4A86FF"/>
      </a:hlink>
      <a:folHlink>
        <a:srgbClr val="4A86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NARAL LAYOUTS">
  <a:themeElements>
    <a:clrScheme name="SIMPLICITY 3.0 - monocolor #00 - default">
      <a:dk1>
        <a:srgbClr val="000000"/>
      </a:dk1>
      <a:lt1>
        <a:srgbClr val="FFFFFF"/>
      </a:lt1>
      <a:dk2>
        <a:srgbClr val="4C4C4E"/>
      </a:dk2>
      <a:lt2>
        <a:srgbClr val="F2F2F5"/>
      </a:lt2>
      <a:accent1>
        <a:srgbClr val="131314"/>
      </a:accent1>
      <a:accent2>
        <a:srgbClr val="78787C"/>
      </a:accent2>
      <a:accent3>
        <a:srgbClr val="000000"/>
      </a:accent3>
      <a:accent4>
        <a:srgbClr val="FFFFFF"/>
      </a:accent4>
      <a:accent5>
        <a:srgbClr val="000000"/>
      </a:accent5>
      <a:accent6>
        <a:srgbClr val="3D415B"/>
      </a:accent6>
      <a:hlink>
        <a:srgbClr val="4A86FF"/>
      </a:hlink>
      <a:folHlink>
        <a:srgbClr val="4A86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